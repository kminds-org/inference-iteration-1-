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54"/>
  </p:notesMasterIdLst>
  <p:sldIdLst>
    <p:sldId id="256" r:id="rId2"/>
    <p:sldId id="278" r:id="rId3"/>
    <p:sldId id="279" r:id="rId4"/>
    <p:sldId id="266" r:id="rId5"/>
    <p:sldId id="294" r:id="rId6"/>
    <p:sldId id="299" r:id="rId7"/>
    <p:sldId id="295" r:id="rId8"/>
    <p:sldId id="297" r:id="rId9"/>
    <p:sldId id="296" r:id="rId10"/>
    <p:sldId id="298" r:id="rId11"/>
    <p:sldId id="300" r:id="rId12"/>
    <p:sldId id="309" r:id="rId13"/>
    <p:sldId id="310" r:id="rId14"/>
    <p:sldId id="311" r:id="rId15"/>
    <p:sldId id="312" r:id="rId16"/>
    <p:sldId id="313" r:id="rId17"/>
    <p:sldId id="314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87" r:id="rId36"/>
    <p:sldId id="291" r:id="rId37"/>
    <p:sldId id="292" r:id="rId38"/>
    <p:sldId id="289" r:id="rId39"/>
    <p:sldId id="293" r:id="rId40"/>
    <p:sldId id="290" r:id="rId41"/>
    <p:sldId id="288" r:id="rId42"/>
    <p:sldId id="308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17" r:id="rId51"/>
    <p:sldId id="316" r:id="rId52"/>
    <p:sldId id="315" r:id="rId53"/>
  </p:sldIdLst>
  <p:sldSz cx="18288000" cy="10287000"/>
  <p:notesSz cx="6858000" cy="9144000"/>
  <p:embeddedFontLst>
    <p:embeddedFont>
      <p:font typeface="Cambria Math" panose="02040503050406030204" pitchFamily="18" charset="0"/>
      <p:regular r:id="rId55"/>
    </p:embeddedFont>
    <p:embeddedFont>
      <p:font typeface="Keep Calm Med" pitchFamily="2" charset="0"/>
      <p:regular r:id="rId56"/>
    </p:embeddedFont>
    <p:embeddedFont>
      <p:font typeface="Poppins" panose="00000500000000000000" pitchFamily="2" charset="0"/>
      <p:regular r:id="rId57"/>
      <p:bold r:id="rId58"/>
      <p:italic r:id="rId59"/>
      <p:boldItalic r:id="rId6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360" userDrawn="1">
          <p15:clr>
            <a:srgbClr val="A4A3A4"/>
          </p15:clr>
        </p15:guide>
        <p15:guide id="4" orient="horz" pos="6120" userDrawn="1">
          <p15:clr>
            <a:srgbClr val="A4A3A4"/>
          </p15:clr>
        </p15:guide>
        <p15:guide id="6" pos="10944" userDrawn="1">
          <p15:clr>
            <a:srgbClr val="A4A3A4"/>
          </p15:clr>
        </p15:guide>
        <p15:guide id="7" pos="576" userDrawn="1">
          <p15:clr>
            <a:srgbClr val="A4A3A4"/>
          </p15:clr>
        </p15:guide>
        <p15:guide id="8" orient="horz" pos="2328" userDrawn="1">
          <p15:clr>
            <a:srgbClr val="A4A3A4"/>
          </p15:clr>
        </p15:guide>
        <p15:guide id="9" orient="horz" pos="4968" userDrawn="1">
          <p15:clr>
            <a:srgbClr val="A4A3A4"/>
          </p15:clr>
        </p15:guide>
        <p15:guide id="10" pos="6336" userDrawn="1">
          <p15:clr>
            <a:srgbClr val="A4A3A4"/>
          </p15:clr>
        </p15:guide>
        <p15:guide id="11" orient="horz" pos="9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B98E9"/>
    <a:srgbClr val="2C9AE9"/>
    <a:srgbClr val="66FFCC"/>
    <a:srgbClr val="212121"/>
    <a:srgbClr val="00FFCC"/>
    <a:srgbClr val="41A0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465" autoAdjust="0"/>
    <p:restoredTop sz="96247" autoAdjust="0"/>
  </p:normalViewPr>
  <p:slideViewPr>
    <p:cSldViewPr>
      <p:cViewPr varScale="1">
        <p:scale>
          <a:sx n="74" d="100"/>
          <a:sy n="74" d="100"/>
        </p:scale>
        <p:origin x="546" y="84"/>
      </p:cViewPr>
      <p:guideLst>
        <p:guide orient="horz" pos="360"/>
        <p:guide orient="horz" pos="6120"/>
        <p:guide pos="10944"/>
        <p:guide pos="576"/>
        <p:guide orient="horz" pos="2328"/>
        <p:guide orient="horz" pos="4968"/>
        <p:guide pos="6336"/>
        <p:guide orient="horz" pos="93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1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4.fntdata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2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4371D7D-388E-4026-8CC1-CD9E8E7C78EF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9FFA3E1-A01A-44B4-89B0-F41CB5AEDFF6}">
      <dgm:prSet/>
      <dgm:spPr>
        <a:solidFill>
          <a:srgbClr val="2C9AE9"/>
        </a:solidFill>
      </dgm:spPr>
      <dgm:t>
        <a:bodyPr/>
        <a:lstStyle/>
        <a:p>
          <a:r>
            <a:rPr lang="en-US"/>
            <a:t>Data</a:t>
          </a:r>
        </a:p>
      </dgm:t>
    </dgm:pt>
    <dgm:pt modelId="{62A4E407-F0A7-4E43-B91A-9FE80174EFA9}" type="parTrans" cxnId="{0C5FE2FE-0ADB-4CDE-ACD7-A346D0943351}">
      <dgm:prSet/>
      <dgm:spPr/>
      <dgm:t>
        <a:bodyPr/>
        <a:lstStyle/>
        <a:p>
          <a:endParaRPr lang="en-US"/>
        </a:p>
      </dgm:t>
    </dgm:pt>
    <dgm:pt modelId="{AE0C7F30-D1EC-43BD-A2B6-1D44F0862321}" type="sibTrans" cxnId="{0C5FE2FE-0ADB-4CDE-ACD7-A346D0943351}">
      <dgm:prSet/>
      <dgm:spPr/>
      <dgm:t>
        <a:bodyPr/>
        <a:lstStyle/>
        <a:p>
          <a:endParaRPr lang="en-US"/>
        </a:p>
      </dgm:t>
    </dgm:pt>
    <dgm:pt modelId="{AA513805-B015-4C32-B9CB-36D9CB4D0EB1}">
      <dgm:prSet/>
      <dgm:spPr>
        <a:solidFill>
          <a:srgbClr val="2C9AE9"/>
        </a:solidFill>
      </dgm:spPr>
      <dgm:t>
        <a:bodyPr/>
        <a:lstStyle/>
        <a:p>
          <a:r>
            <a:rPr lang="en-US"/>
            <a:t>Format</a:t>
          </a:r>
        </a:p>
      </dgm:t>
    </dgm:pt>
    <dgm:pt modelId="{67BC17DD-C68A-4178-86A6-3A24B6776873}" type="parTrans" cxnId="{DA9D9AA8-C7E2-41F2-8007-4B85FEF3AF05}">
      <dgm:prSet/>
      <dgm:spPr/>
      <dgm:t>
        <a:bodyPr/>
        <a:lstStyle/>
        <a:p>
          <a:endParaRPr lang="en-US"/>
        </a:p>
      </dgm:t>
    </dgm:pt>
    <dgm:pt modelId="{83C32DEF-079C-4427-A2BB-EECBB45BD449}" type="sibTrans" cxnId="{DA9D9AA8-C7E2-41F2-8007-4B85FEF3AF05}">
      <dgm:prSet/>
      <dgm:spPr/>
      <dgm:t>
        <a:bodyPr/>
        <a:lstStyle/>
        <a:p>
          <a:endParaRPr lang="en-US"/>
        </a:p>
      </dgm:t>
    </dgm:pt>
    <dgm:pt modelId="{F5C71A99-2812-4C27-BAD4-851B33A9B6EF}">
      <dgm:prSet/>
      <dgm:spPr>
        <a:solidFill>
          <a:srgbClr val="2C9AE9"/>
        </a:solidFill>
      </dgm:spPr>
      <dgm:t>
        <a:bodyPr/>
        <a:lstStyle/>
        <a:p>
          <a:r>
            <a:rPr lang="en-US" dirty="0"/>
            <a:t>Structured Data</a:t>
          </a:r>
        </a:p>
      </dgm:t>
    </dgm:pt>
    <dgm:pt modelId="{9F1EF75A-447F-4B78-8A9B-DE210411BF8C}" type="parTrans" cxnId="{1768D3A6-80ED-417B-AD06-B57986BD214F}">
      <dgm:prSet/>
      <dgm:spPr/>
      <dgm:t>
        <a:bodyPr/>
        <a:lstStyle/>
        <a:p>
          <a:endParaRPr lang="en-US"/>
        </a:p>
      </dgm:t>
    </dgm:pt>
    <dgm:pt modelId="{2FCF0409-DDFD-410E-996F-5D1F0003B58D}" type="sibTrans" cxnId="{1768D3A6-80ED-417B-AD06-B57986BD214F}">
      <dgm:prSet/>
      <dgm:spPr/>
      <dgm:t>
        <a:bodyPr/>
        <a:lstStyle/>
        <a:p>
          <a:endParaRPr lang="en-US"/>
        </a:p>
      </dgm:t>
    </dgm:pt>
    <dgm:pt modelId="{00F65789-34E0-4AC4-B80D-9065202547CC}">
      <dgm:prSet/>
      <dgm:spPr>
        <a:solidFill>
          <a:srgbClr val="2C9AE9"/>
        </a:solidFill>
      </dgm:spPr>
      <dgm:t>
        <a:bodyPr/>
        <a:lstStyle/>
        <a:p>
          <a:r>
            <a:rPr lang="en-US" dirty="0"/>
            <a:t>Unstructured Data</a:t>
          </a:r>
        </a:p>
      </dgm:t>
    </dgm:pt>
    <dgm:pt modelId="{D67C7F0C-CA37-409F-A608-4FAD19014594}" type="parTrans" cxnId="{33FF0881-7528-4BB5-AC41-D18E518DA9BB}">
      <dgm:prSet/>
      <dgm:spPr/>
      <dgm:t>
        <a:bodyPr/>
        <a:lstStyle/>
        <a:p>
          <a:endParaRPr lang="en-US"/>
        </a:p>
      </dgm:t>
    </dgm:pt>
    <dgm:pt modelId="{E3F84C5D-D75D-447E-B6B1-6C4292592E64}" type="sibTrans" cxnId="{33FF0881-7528-4BB5-AC41-D18E518DA9BB}">
      <dgm:prSet/>
      <dgm:spPr/>
      <dgm:t>
        <a:bodyPr/>
        <a:lstStyle/>
        <a:p>
          <a:endParaRPr lang="en-US"/>
        </a:p>
      </dgm:t>
    </dgm:pt>
    <dgm:pt modelId="{18918EEC-C75A-42C3-8773-BDC357734373}">
      <dgm:prSet/>
      <dgm:spPr>
        <a:solidFill>
          <a:srgbClr val="2C9AE9"/>
        </a:solidFill>
      </dgm:spPr>
      <dgm:t>
        <a:bodyPr/>
        <a:lstStyle/>
        <a:p>
          <a:r>
            <a:rPr lang="en-US"/>
            <a:t>Statistical</a:t>
          </a:r>
        </a:p>
      </dgm:t>
    </dgm:pt>
    <dgm:pt modelId="{6B4F3760-CE60-4C9D-9534-714E4225E4CB}" type="parTrans" cxnId="{F1E78006-31CB-491F-AD78-7038F1C73096}">
      <dgm:prSet/>
      <dgm:spPr/>
      <dgm:t>
        <a:bodyPr/>
        <a:lstStyle/>
        <a:p>
          <a:endParaRPr lang="en-US"/>
        </a:p>
      </dgm:t>
    </dgm:pt>
    <dgm:pt modelId="{A95ACD18-1401-4297-9A16-3F155D0AAD03}" type="sibTrans" cxnId="{F1E78006-31CB-491F-AD78-7038F1C73096}">
      <dgm:prSet/>
      <dgm:spPr/>
      <dgm:t>
        <a:bodyPr/>
        <a:lstStyle/>
        <a:p>
          <a:endParaRPr lang="en-US"/>
        </a:p>
      </dgm:t>
    </dgm:pt>
    <dgm:pt modelId="{4073C612-19D6-4B90-BDA8-9383B984FBB7}">
      <dgm:prSet/>
      <dgm:spPr>
        <a:solidFill>
          <a:srgbClr val="2C9AE9"/>
        </a:solidFill>
      </dgm:spPr>
      <dgm:t>
        <a:bodyPr/>
        <a:lstStyle/>
        <a:p>
          <a:r>
            <a:rPr lang="en-US"/>
            <a:t>Numerical (Quantitative)</a:t>
          </a:r>
        </a:p>
      </dgm:t>
    </dgm:pt>
    <dgm:pt modelId="{D77DD2E1-8196-48B8-AE73-BE2D382E6213}" type="parTrans" cxnId="{47D7F672-6612-486B-B523-AE8A8FB6BC1A}">
      <dgm:prSet/>
      <dgm:spPr/>
      <dgm:t>
        <a:bodyPr/>
        <a:lstStyle/>
        <a:p>
          <a:endParaRPr lang="en-US"/>
        </a:p>
      </dgm:t>
    </dgm:pt>
    <dgm:pt modelId="{A2CF6522-CC3E-460C-B63F-C9CC9AAAE1C6}" type="sibTrans" cxnId="{47D7F672-6612-486B-B523-AE8A8FB6BC1A}">
      <dgm:prSet/>
      <dgm:spPr/>
      <dgm:t>
        <a:bodyPr/>
        <a:lstStyle/>
        <a:p>
          <a:endParaRPr lang="en-US"/>
        </a:p>
      </dgm:t>
    </dgm:pt>
    <dgm:pt modelId="{05940FD7-0269-4268-8A05-D10B3CC6DAC5}">
      <dgm:prSet/>
      <dgm:spPr>
        <a:solidFill>
          <a:srgbClr val="2C9AE9"/>
        </a:solidFill>
      </dgm:spPr>
      <dgm:t>
        <a:bodyPr/>
        <a:lstStyle/>
        <a:p>
          <a:r>
            <a:rPr lang="en-US" dirty="0"/>
            <a:t>Continuous</a:t>
          </a:r>
        </a:p>
      </dgm:t>
    </dgm:pt>
    <dgm:pt modelId="{F4082644-BC60-49E6-85B0-DFDD385BBA2F}" type="parTrans" cxnId="{4E426AAE-2E6D-4EF6-BBB5-633258C46197}">
      <dgm:prSet/>
      <dgm:spPr/>
      <dgm:t>
        <a:bodyPr/>
        <a:lstStyle/>
        <a:p>
          <a:endParaRPr lang="en-US"/>
        </a:p>
      </dgm:t>
    </dgm:pt>
    <dgm:pt modelId="{3E3E44C4-7E2E-47DD-9C6C-81F2E69F6F63}" type="sibTrans" cxnId="{4E426AAE-2E6D-4EF6-BBB5-633258C46197}">
      <dgm:prSet/>
      <dgm:spPr/>
      <dgm:t>
        <a:bodyPr/>
        <a:lstStyle/>
        <a:p>
          <a:endParaRPr lang="en-US"/>
        </a:p>
      </dgm:t>
    </dgm:pt>
    <dgm:pt modelId="{5FD08A2C-1476-44F3-B6D7-2D308975014D}">
      <dgm:prSet/>
      <dgm:spPr>
        <a:solidFill>
          <a:srgbClr val="2C9AE9"/>
        </a:solidFill>
      </dgm:spPr>
      <dgm:t>
        <a:bodyPr/>
        <a:lstStyle/>
        <a:p>
          <a:r>
            <a:rPr lang="en-US" dirty="0"/>
            <a:t>Discrete</a:t>
          </a:r>
        </a:p>
      </dgm:t>
    </dgm:pt>
    <dgm:pt modelId="{3E19EE53-C624-46B0-8E84-A1CB356B0D00}" type="parTrans" cxnId="{8482631C-A155-4F1F-9823-0608AD5F5B27}">
      <dgm:prSet/>
      <dgm:spPr/>
      <dgm:t>
        <a:bodyPr/>
        <a:lstStyle/>
        <a:p>
          <a:endParaRPr lang="en-US"/>
        </a:p>
      </dgm:t>
    </dgm:pt>
    <dgm:pt modelId="{ECABC796-5835-4BD6-AECF-C326597A3D1E}" type="sibTrans" cxnId="{8482631C-A155-4F1F-9823-0608AD5F5B27}">
      <dgm:prSet/>
      <dgm:spPr/>
      <dgm:t>
        <a:bodyPr/>
        <a:lstStyle/>
        <a:p>
          <a:endParaRPr lang="en-US"/>
        </a:p>
      </dgm:t>
    </dgm:pt>
    <dgm:pt modelId="{FBDEB4E6-EE5B-4308-8F4F-57D0953BA333}">
      <dgm:prSet/>
      <dgm:spPr>
        <a:solidFill>
          <a:srgbClr val="2C9AE9"/>
        </a:solidFill>
      </dgm:spPr>
      <dgm:t>
        <a:bodyPr/>
        <a:lstStyle/>
        <a:p>
          <a:r>
            <a:rPr lang="en-US"/>
            <a:t>Categorical (Qualitative)</a:t>
          </a:r>
        </a:p>
      </dgm:t>
    </dgm:pt>
    <dgm:pt modelId="{F210CF1E-FFF8-4B67-AD74-64FBA3156944}" type="parTrans" cxnId="{64654129-38BF-4EFF-A454-95D5FA0E090A}">
      <dgm:prSet/>
      <dgm:spPr/>
      <dgm:t>
        <a:bodyPr/>
        <a:lstStyle/>
        <a:p>
          <a:endParaRPr lang="en-US"/>
        </a:p>
      </dgm:t>
    </dgm:pt>
    <dgm:pt modelId="{8267C29C-CAA1-4DD7-A7F9-18BDB23C26D8}" type="sibTrans" cxnId="{64654129-38BF-4EFF-A454-95D5FA0E090A}">
      <dgm:prSet/>
      <dgm:spPr/>
      <dgm:t>
        <a:bodyPr/>
        <a:lstStyle/>
        <a:p>
          <a:endParaRPr lang="en-US"/>
        </a:p>
      </dgm:t>
    </dgm:pt>
    <dgm:pt modelId="{AF4A11EE-F595-44D2-BB49-94E588A44114}">
      <dgm:prSet/>
      <dgm:spPr>
        <a:solidFill>
          <a:srgbClr val="2C9AE9"/>
        </a:solidFill>
      </dgm:spPr>
      <dgm:t>
        <a:bodyPr/>
        <a:lstStyle/>
        <a:p>
          <a:r>
            <a:rPr lang="en-US" dirty="0"/>
            <a:t>Nominal</a:t>
          </a:r>
        </a:p>
      </dgm:t>
    </dgm:pt>
    <dgm:pt modelId="{F657555B-8CFC-42C6-AA4D-71C7C38EF7F3}" type="parTrans" cxnId="{39C07C45-4E12-415A-899E-5790B05E2756}">
      <dgm:prSet/>
      <dgm:spPr/>
      <dgm:t>
        <a:bodyPr/>
        <a:lstStyle/>
        <a:p>
          <a:endParaRPr lang="en-US"/>
        </a:p>
      </dgm:t>
    </dgm:pt>
    <dgm:pt modelId="{3F2BC84E-D0D2-46E9-AF3B-BB3FBB92D42F}" type="sibTrans" cxnId="{39C07C45-4E12-415A-899E-5790B05E2756}">
      <dgm:prSet/>
      <dgm:spPr/>
      <dgm:t>
        <a:bodyPr/>
        <a:lstStyle/>
        <a:p>
          <a:endParaRPr lang="en-US"/>
        </a:p>
      </dgm:t>
    </dgm:pt>
    <dgm:pt modelId="{28749258-AB35-41A2-9EE9-BEE1E4118DC5}">
      <dgm:prSet/>
      <dgm:spPr>
        <a:solidFill>
          <a:srgbClr val="2C9AE9"/>
        </a:solidFill>
      </dgm:spPr>
      <dgm:t>
        <a:bodyPr/>
        <a:lstStyle/>
        <a:p>
          <a:r>
            <a:rPr lang="en-US" dirty="0"/>
            <a:t>Ordinal</a:t>
          </a:r>
        </a:p>
      </dgm:t>
    </dgm:pt>
    <dgm:pt modelId="{11F2900D-D584-4F74-8885-25BA15FB3A4B}" type="parTrans" cxnId="{E86AE24F-F5C8-4B30-B489-DCB67FFA5E2A}">
      <dgm:prSet/>
      <dgm:spPr/>
      <dgm:t>
        <a:bodyPr/>
        <a:lstStyle/>
        <a:p>
          <a:endParaRPr lang="en-US"/>
        </a:p>
      </dgm:t>
    </dgm:pt>
    <dgm:pt modelId="{E263306F-516A-4EB3-8367-8927D0D3966D}" type="sibTrans" cxnId="{E86AE24F-F5C8-4B30-B489-DCB67FFA5E2A}">
      <dgm:prSet/>
      <dgm:spPr/>
      <dgm:t>
        <a:bodyPr/>
        <a:lstStyle/>
        <a:p>
          <a:endParaRPr lang="en-US"/>
        </a:p>
      </dgm:t>
    </dgm:pt>
    <dgm:pt modelId="{0503E169-20F7-4BE8-A4E6-AB4B5809CE53}" type="pres">
      <dgm:prSet presAssocID="{B4371D7D-388E-4026-8CC1-CD9E8E7C78E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3EE09475-6D28-4B88-87F2-8ADE25681824}" type="pres">
      <dgm:prSet presAssocID="{C9FFA3E1-A01A-44B4-89B0-F41CB5AEDFF6}" presName="hierRoot1" presStyleCnt="0">
        <dgm:presLayoutVars>
          <dgm:hierBranch val="init"/>
        </dgm:presLayoutVars>
      </dgm:prSet>
      <dgm:spPr/>
    </dgm:pt>
    <dgm:pt modelId="{3FE68C51-0150-471C-9AB6-DC6461364F19}" type="pres">
      <dgm:prSet presAssocID="{C9FFA3E1-A01A-44B4-89B0-F41CB5AEDFF6}" presName="rootComposite1" presStyleCnt="0"/>
      <dgm:spPr/>
    </dgm:pt>
    <dgm:pt modelId="{AC2AA954-0BEB-4597-9FB7-C0F735376D3E}" type="pres">
      <dgm:prSet presAssocID="{C9FFA3E1-A01A-44B4-89B0-F41CB5AEDFF6}" presName="rootText1" presStyleLbl="node0" presStyleIdx="0" presStyleCnt="1">
        <dgm:presLayoutVars>
          <dgm:chPref val="3"/>
        </dgm:presLayoutVars>
      </dgm:prSet>
      <dgm:spPr/>
    </dgm:pt>
    <dgm:pt modelId="{C168ACA0-2009-4D69-AA22-8C1BAC5EADA0}" type="pres">
      <dgm:prSet presAssocID="{C9FFA3E1-A01A-44B4-89B0-F41CB5AEDFF6}" presName="rootConnector1" presStyleLbl="node1" presStyleIdx="0" presStyleCnt="0"/>
      <dgm:spPr/>
    </dgm:pt>
    <dgm:pt modelId="{87064BFE-423A-4675-A646-8767630DF032}" type="pres">
      <dgm:prSet presAssocID="{C9FFA3E1-A01A-44B4-89B0-F41CB5AEDFF6}" presName="hierChild2" presStyleCnt="0"/>
      <dgm:spPr/>
    </dgm:pt>
    <dgm:pt modelId="{41003241-9D11-49A5-85F8-E6CD5E448406}" type="pres">
      <dgm:prSet presAssocID="{67BC17DD-C68A-4178-86A6-3A24B6776873}" presName="Name37" presStyleLbl="parChTrans1D2" presStyleIdx="0" presStyleCnt="2"/>
      <dgm:spPr/>
    </dgm:pt>
    <dgm:pt modelId="{B1BD81AE-1DEF-400E-8917-97AB4CE6FB08}" type="pres">
      <dgm:prSet presAssocID="{AA513805-B015-4C32-B9CB-36D9CB4D0EB1}" presName="hierRoot2" presStyleCnt="0">
        <dgm:presLayoutVars>
          <dgm:hierBranch val="init"/>
        </dgm:presLayoutVars>
      </dgm:prSet>
      <dgm:spPr/>
    </dgm:pt>
    <dgm:pt modelId="{0D091E3B-877A-4107-93A7-117512789852}" type="pres">
      <dgm:prSet presAssocID="{AA513805-B015-4C32-B9CB-36D9CB4D0EB1}" presName="rootComposite" presStyleCnt="0"/>
      <dgm:spPr/>
    </dgm:pt>
    <dgm:pt modelId="{30967574-2149-4001-93ED-074AD3921AF6}" type="pres">
      <dgm:prSet presAssocID="{AA513805-B015-4C32-B9CB-36D9CB4D0EB1}" presName="rootText" presStyleLbl="node2" presStyleIdx="0" presStyleCnt="2">
        <dgm:presLayoutVars>
          <dgm:chPref val="3"/>
        </dgm:presLayoutVars>
      </dgm:prSet>
      <dgm:spPr/>
    </dgm:pt>
    <dgm:pt modelId="{DD22D4C3-F232-44ED-B526-C1262F2291B7}" type="pres">
      <dgm:prSet presAssocID="{AA513805-B015-4C32-B9CB-36D9CB4D0EB1}" presName="rootConnector" presStyleLbl="node2" presStyleIdx="0" presStyleCnt="2"/>
      <dgm:spPr/>
    </dgm:pt>
    <dgm:pt modelId="{CEBE22D9-BF00-459A-A357-69D21924A0E0}" type="pres">
      <dgm:prSet presAssocID="{AA513805-B015-4C32-B9CB-36D9CB4D0EB1}" presName="hierChild4" presStyleCnt="0"/>
      <dgm:spPr/>
    </dgm:pt>
    <dgm:pt modelId="{2F661A95-CFB7-4FF0-B2E0-F52F34084DB5}" type="pres">
      <dgm:prSet presAssocID="{9F1EF75A-447F-4B78-8A9B-DE210411BF8C}" presName="Name37" presStyleLbl="parChTrans1D3" presStyleIdx="0" presStyleCnt="4"/>
      <dgm:spPr/>
    </dgm:pt>
    <dgm:pt modelId="{F44F36EF-F699-4122-BFD1-83F1A23C9386}" type="pres">
      <dgm:prSet presAssocID="{F5C71A99-2812-4C27-BAD4-851B33A9B6EF}" presName="hierRoot2" presStyleCnt="0">
        <dgm:presLayoutVars>
          <dgm:hierBranch val="init"/>
        </dgm:presLayoutVars>
      </dgm:prSet>
      <dgm:spPr/>
    </dgm:pt>
    <dgm:pt modelId="{0E096353-FD8B-4281-A772-CD0E10083EBC}" type="pres">
      <dgm:prSet presAssocID="{F5C71A99-2812-4C27-BAD4-851B33A9B6EF}" presName="rootComposite" presStyleCnt="0"/>
      <dgm:spPr/>
    </dgm:pt>
    <dgm:pt modelId="{00ED88E2-D3D1-4EC0-AD7D-0519BCCA3228}" type="pres">
      <dgm:prSet presAssocID="{F5C71A99-2812-4C27-BAD4-851B33A9B6EF}" presName="rootText" presStyleLbl="node3" presStyleIdx="0" presStyleCnt="4">
        <dgm:presLayoutVars>
          <dgm:chPref val="3"/>
        </dgm:presLayoutVars>
      </dgm:prSet>
      <dgm:spPr/>
    </dgm:pt>
    <dgm:pt modelId="{750724D5-C4F8-40A9-B83E-15FB0E72B1EC}" type="pres">
      <dgm:prSet presAssocID="{F5C71A99-2812-4C27-BAD4-851B33A9B6EF}" presName="rootConnector" presStyleLbl="node3" presStyleIdx="0" presStyleCnt="4"/>
      <dgm:spPr/>
    </dgm:pt>
    <dgm:pt modelId="{3E199CEF-34E1-4E09-AB5D-4FD261C9C32E}" type="pres">
      <dgm:prSet presAssocID="{F5C71A99-2812-4C27-BAD4-851B33A9B6EF}" presName="hierChild4" presStyleCnt="0"/>
      <dgm:spPr/>
    </dgm:pt>
    <dgm:pt modelId="{74D82AE6-58C9-4313-9F8F-75D9A6BF861D}" type="pres">
      <dgm:prSet presAssocID="{F5C71A99-2812-4C27-BAD4-851B33A9B6EF}" presName="hierChild5" presStyleCnt="0"/>
      <dgm:spPr/>
    </dgm:pt>
    <dgm:pt modelId="{F1917846-425D-4D98-9799-47D540F33834}" type="pres">
      <dgm:prSet presAssocID="{D67C7F0C-CA37-409F-A608-4FAD19014594}" presName="Name37" presStyleLbl="parChTrans1D3" presStyleIdx="1" presStyleCnt="4"/>
      <dgm:spPr/>
    </dgm:pt>
    <dgm:pt modelId="{80E2066B-7A53-468A-A7BD-D041D4B41030}" type="pres">
      <dgm:prSet presAssocID="{00F65789-34E0-4AC4-B80D-9065202547CC}" presName="hierRoot2" presStyleCnt="0">
        <dgm:presLayoutVars>
          <dgm:hierBranch val="init"/>
        </dgm:presLayoutVars>
      </dgm:prSet>
      <dgm:spPr/>
    </dgm:pt>
    <dgm:pt modelId="{AB4D4759-6557-41E8-A4C5-1B8AAABFF8FC}" type="pres">
      <dgm:prSet presAssocID="{00F65789-34E0-4AC4-B80D-9065202547CC}" presName="rootComposite" presStyleCnt="0"/>
      <dgm:spPr/>
    </dgm:pt>
    <dgm:pt modelId="{8A98DBB0-A38E-4D03-8DA6-7CD8A7374B20}" type="pres">
      <dgm:prSet presAssocID="{00F65789-34E0-4AC4-B80D-9065202547CC}" presName="rootText" presStyleLbl="node3" presStyleIdx="1" presStyleCnt="4">
        <dgm:presLayoutVars>
          <dgm:chPref val="3"/>
        </dgm:presLayoutVars>
      </dgm:prSet>
      <dgm:spPr/>
    </dgm:pt>
    <dgm:pt modelId="{D338227F-13B0-4CCC-8DDF-71B75D3B309D}" type="pres">
      <dgm:prSet presAssocID="{00F65789-34E0-4AC4-B80D-9065202547CC}" presName="rootConnector" presStyleLbl="node3" presStyleIdx="1" presStyleCnt="4"/>
      <dgm:spPr/>
    </dgm:pt>
    <dgm:pt modelId="{5B4D11B4-64E9-427B-A3CF-6B3FC1DBCE64}" type="pres">
      <dgm:prSet presAssocID="{00F65789-34E0-4AC4-B80D-9065202547CC}" presName="hierChild4" presStyleCnt="0"/>
      <dgm:spPr/>
    </dgm:pt>
    <dgm:pt modelId="{813E8185-A8CA-4A64-BA3C-18FAC5ACEAB3}" type="pres">
      <dgm:prSet presAssocID="{00F65789-34E0-4AC4-B80D-9065202547CC}" presName="hierChild5" presStyleCnt="0"/>
      <dgm:spPr/>
    </dgm:pt>
    <dgm:pt modelId="{33966B2C-E57C-4545-85D2-4C362C5582DE}" type="pres">
      <dgm:prSet presAssocID="{AA513805-B015-4C32-B9CB-36D9CB4D0EB1}" presName="hierChild5" presStyleCnt="0"/>
      <dgm:spPr/>
    </dgm:pt>
    <dgm:pt modelId="{A9A5D7EA-4FAD-431A-8A79-1859A45BCD86}" type="pres">
      <dgm:prSet presAssocID="{6B4F3760-CE60-4C9D-9534-714E4225E4CB}" presName="Name37" presStyleLbl="parChTrans1D2" presStyleIdx="1" presStyleCnt="2"/>
      <dgm:spPr/>
    </dgm:pt>
    <dgm:pt modelId="{5D81DE05-4574-474E-A94C-0B7406DA427C}" type="pres">
      <dgm:prSet presAssocID="{18918EEC-C75A-42C3-8773-BDC357734373}" presName="hierRoot2" presStyleCnt="0">
        <dgm:presLayoutVars>
          <dgm:hierBranch val="init"/>
        </dgm:presLayoutVars>
      </dgm:prSet>
      <dgm:spPr/>
    </dgm:pt>
    <dgm:pt modelId="{57CA64FE-5E03-41AE-8A56-D98CA5937484}" type="pres">
      <dgm:prSet presAssocID="{18918EEC-C75A-42C3-8773-BDC357734373}" presName="rootComposite" presStyleCnt="0"/>
      <dgm:spPr/>
    </dgm:pt>
    <dgm:pt modelId="{30F431E9-6320-45A1-B8CE-D13D4C4ADEE7}" type="pres">
      <dgm:prSet presAssocID="{18918EEC-C75A-42C3-8773-BDC357734373}" presName="rootText" presStyleLbl="node2" presStyleIdx="1" presStyleCnt="2">
        <dgm:presLayoutVars>
          <dgm:chPref val="3"/>
        </dgm:presLayoutVars>
      </dgm:prSet>
      <dgm:spPr/>
    </dgm:pt>
    <dgm:pt modelId="{558C3619-4B14-4B05-ACC1-A85024CB6CB8}" type="pres">
      <dgm:prSet presAssocID="{18918EEC-C75A-42C3-8773-BDC357734373}" presName="rootConnector" presStyleLbl="node2" presStyleIdx="1" presStyleCnt="2"/>
      <dgm:spPr/>
    </dgm:pt>
    <dgm:pt modelId="{AAAB6F7C-2A12-4FAC-B88C-67A72D2AABB3}" type="pres">
      <dgm:prSet presAssocID="{18918EEC-C75A-42C3-8773-BDC357734373}" presName="hierChild4" presStyleCnt="0"/>
      <dgm:spPr/>
    </dgm:pt>
    <dgm:pt modelId="{85B94A77-02DA-4116-8803-DB751ED2018C}" type="pres">
      <dgm:prSet presAssocID="{D77DD2E1-8196-48B8-AE73-BE2D382E6213}" presName="Name37" presStyleLbl="parChTrans1D3" presStyleIdx="2" presStyleCnt="4"/>
      <dgm:spPr/>
    </dgm:pt>
    <dgm:pt modelId="{3BAD7D9F-24F5-4AA6-BA5D-A30E2BDD8DE7}" type="pres">
      <dgm:prSet presAssocID="{4073C612-19D6-4B90-BDA8-9383B984FBB7}" presName="hierRoot2" presStyleCnt="0">
        <dgm:presLayoutVars>
          <dgm:hierBranch val="init"/>
        </dgm:presLayoutVars>
      </dgm:prSet>
      <dgm:spPr/>
    </dgm:pt>
    <dgm:pt modelId="{C63B48B8-53BB-46D7-955C-6AA0283D3EDD}" type="pres">
      <dgm:prSet presAssocID="{4073C612-19D6-4B90-BDA8-9383B984FBB7}" presName="rootComposite" presStyleCnt="0"/>
      <dgm:spPr/>
    </dgm:pt>
    <dgm:pt modelId="{B9B1E172-8BC8-4D61-A53C-CF7126AAE332}" type="pres">
      <dgm:prSet presAssocID="{4073C612-19D6-4B90-BDA8-9383B984FBB7}" presName="rootText" presStyleLbl="node3" presStyleIdx="2" presStyleCnt="4">
        <dgm:presLayoutVars>
          <dgm:chPref val="3"/>
        </dgm:presLayoutVars>
      </dgm:prSet>
      <dgm:spPr/>
    </dgm:pt>
    <dgm:pt modelId="{A9CEBFC9-3BB6-40AD-AABE-1E2BC1230770}" type="pres">
      <dgm:prSet presAssocID="{4073C612-19D6-4B90-BDA8-9383B984FBB7}" presName="rootConnector" presStyleLbl="node3" presStyleIdx="2" presStyleCnt="4"/>
      <dgm:spPr/>
    </dgm:pt>
    <dgm:pt modelId="{0CD981B7-6880-4CBE-837B-E1987B2856B4}" type="pres">
      <dgm:prSet presAssocID="{4073C612-19D6-4B90-BDA8-9383B984FBB7}" presName="hierChild4" presStyleCnt="0"/>
      <dgm:spPr/>
    </dgm:pt>
    <dgm:pt modelId="{9E056A08-E0FA-4B54-9A38-57FBDCF81A83}" type="pres">
      <dgm:prSet presAssocID="{F4082644-BC60-49E6-85B0-DFDD385BBA2F}" presName="Name37" presStyleLbl="parChTrans1D4" presStyleIdx="0" presStyleCnt="4"/>
      <dgm:spPr/>
    </dgm:pt>
    <dgm:pt modelId="{BDF9C874-BCD6-41E7-8B8D-FE96FD3023E2}" type="pres">
      <dgm:prSet presAssocID="{05940FD7-0269-4268-8A05-D10B3CC6DAC5}" presName="hierRoot2" presStyleCnt="0">
        <dgm:presLayoutVars>
          <dgm:hierBranch val="init"/>
        </dgm:presLayoutVars>
      </dgm:prSet>
      <dgm:spPr/>
    </dgm:pt>
    <dgm:pt modelId="{56C51F2E-F0A7-4AE8-ADA6-014FA814102A}" type="pres">
      <dgm:prSet presAssocID="{05940FD7-0269-4268-8A05-D10B3CC6DAC5}" presName="rootComposite" presStyleCnt="0"/>
      <dgm:spPr/>
    </dgm:pt>
    <dgm:pt modelId="{71A7FBCC-4FF1-4418-BD9F-7D090F793F97}" type="pres">
      <dgm:prSet presAssocID="{05940FD7-0269-4268-8A05-D10B3CC6DAC5}" presName="rootText" presStyleLbl="node4" presStyleIdx="0" presStyleCnt="4">
        <dgm:presLayoutVars>
          <dgm:chPref val="3"/>
        </dgm:presLayoutVars>
      </dgm:prSet>
      <dgm:spPr/>
    </dgm:pt>
    <dgm:pt modelId="{28294103-17BC-4408-9C6D-8416EDCF9E14}" type="pres">
      <dgm:prSet presAssocID="{05940FD7-0269-4268-8A05-D10B3CC6DAC5}" presName="rootConnector" presStyleLbl="node4" presStyleIdx="0" presStyleCnt="4"/>
      <dgm:spPr/>
    </dgm:pt>
    <dgm:pt modelId="{D4B7EA90-26F7-45F6-8BE0-19CC01B01C0A}" type="pres">
      <dgm:prSet presAssocID="{05940FD7-0269-4268-8A05-D10B3CC6DAC5}" presName="hierChild4" presStyleCnt="0"/>
      <dgm:spPr/>
    </dgm:pt>
    <dgm:pt modelId="{59E2C8EF-F10F-4F69-A59F-4CFB89330834}" type="pres">
      <dgm:prSet presAssocID="{05940FD7-0269-4268-8A05-D10B3CC6DAC5}" presName="hierChild5" presStyleCnt="0"/>
      <dgm:spPr/>
    </dgm:pt>
    <dgm:pt modelId="{3FAD69DF-F147-442F-A572-20344262716E}" type="pres">
      <dgm:prSet presAssocID="{3E19EE53-C624-46B0-8E84-A1CB356B0D00}" presName="Name37" presStyleLbl="parChTrans1D4" presStyleIdx="1" presStyleCnt="4"/>
      <dgm:spPr/>
    </dgm:pt>
    <dgm:pt modelId="{8B1778C9-A834-4B8A-9DCE-95381F05EE54}" type="pres">
      <dgm:prSet presAssocID="{5FD08A2C-1476-44F3-B6D7-2D308975014D}" presName="hierRoot2" presStyleCnt="0">
        <dgm:presLayoutVars>
          <dgm:hierBranch val="init"/>
        </dgm:presLayoutVars>
      </dgm:prSet>
      <dgm:spPr/>
    </dgm:pt>
    <dgm:pt modelId="{E3C66C6F-F257-4E55-883E-F15E3BBE6655}" type="pres">
      <dgm:prSet presAssocID="{5FD08A2C-1476-44F3-B6D7-2D308975014D}" presName="rootComposite" presStyleCnt="0"/>
      <dgm:spPr/>
    </dgm:pt>
    <dgm:pt modelId="{B9668054-1FDD-4ABE-92E1-61FABDCCA38F}" type="pres">
      <dgm:prSet presAssocID="{5FD08A2C-1476-44F3-B6D7-2D308975014D}" presName="rootText" presStyleLbl="node4" presStyleIdx="1" presStyleCnt="4">
        <dgm:presLayoutVars>
          <dgm:chPref val="3"/>
        </dgm:presLayoutVars>
      </dgm:prSet>
      <dgm:spPr/>
    </dgm:pt>
    <dgm:pt modelId="{4F5FFEC0-1D37-45CB-9489-1CEF5D086359}" type="pres">
      <dgm:prSet presAssocID="{5FD08A2C-1476-44F3-B6D7-2D308975014D}" presName="rootConnector" presStyleLbl="node4" presStyleIdx="1" presStyleCnt="4"/>
      <dgm:spPr/>
    </dgm:pt>
    <dgm:pt modelId="{C7BB8487-BED9-45C5-8A84-98A517F8BB09}" type="pres">
      <dgm:prSet presAssocID="{5FD08A2C-1476-44F3-B6D7-2D308975014D}" presName="hierChild4" presStyleCnt="0"/>
      <dgm:spPr/>
    </dgm:pt>
    <dgm:pt modelId="{75037267-8572-47E3-BB20-1E34D04658FB}" type="pres">
      <dgm:prSet presAssocID="{5FD08A2C-1476-44F3-B6D7-2D308975014D}" presName="hierChild5" presStyleCnt="0"/>
      <dgm:spPr/>
    </dgm:pt>
    <dgm:pt modelId="{BA586B61-F206-4664-A254-BBE47B39648D}" type="pres">
      <dgm:prSet presAssocID="{4073C612-19D6-4B90-BDA8-9383B984FBB7}" presName="hierChild5" presStyleCnt="0"/>
      <dgm:spPr/>
    </dgm:pt>
    <dgm:pt modelId="{EE234869-97F8-4BF7-A3F4-F63DD004E89A}" type="pres">
      <dgm:prSet presAssocID="{F210CF1E-FFF8-4B67-AD74-64FBA3156944}" presName="Name37" presStyleLbl="parChTrans1D3" presStyleIdx="3" presStyleCnt="4"/>
      <dgm:spPr/>
    </dgm:pt>
    <dgm:pt modelId="{2BD8B3DB-E984-4307-BD6C-B71CD40E77A0}" type="pres">
      <dgm:prSet presAssocID="{FBDEB4E6-EE5B-4308-8F4F-57D0953BA333}" presName="hierRoot2" presStyleCnt="0">
        <dgm:presLayoutVars>
          <dgm:hierBranch val="init"/>
        </dgm:presLayoutVars>
      </dgm:prSet>
      <dgm:spPr/>
    </dgm:pt>
    <dgm:pt modelId="{8F13D606-8D4A-4893-B679-5D1AD043ED2A}" type="pres">
      <dgm:prSet presAssocID="{FBDEB4E6-EE5B-4308-8F4F-57D0953BA333}" presName="rootComposite" presStyleCnt="0"/>
      <dgm:spPr/>
    </dgm:pt>
    <dgm:pt modelId="{F4C2A9E3-26DE-45F1-8033-415D1078BFD5}" type="pres">
      <dgm:prSet presAssocID="{FBDEB4E6-EE5B-4308-8F4F-57D0953BA333}" presName="rootText" presStyleLbl="node3" presStyleIdx="3" presStyleCnt="4">
        <dgm:presLayoutVars>
          <dgm:chPref val="3"/>
        </dgm:presLayoutVars>
      </dgm:prSet>
      <dgm:spPr/>
    </dgm:pt>
    <dgm:pt modelId="{7C340010-E216-4DCD-95F5-1E5F04BEEF1E}" type="pres">
      <dgm:prSet presAssocID="{FBDEB4E6-EE5B-4308-8F4F-57D0953BA333}" presName="rootConnector" presStyleLbl="node3" presStyleIdx="3" presStyleCnt="4"/>
      <dgm:spPr/>
    </dgm:pt>
    <dgm:pt modelId="{EF1783CE-A2C8-49F3-B5FD-6215293F91F2}" type="pres">
      <dgm:prSet presAssocID="{FBDEB4E6-EE5B-4308-8F4F-57D0953BA333}" presName="hierChild4" presStyleCnt="0"/>
      <dgm:spPr/>
    </dgm:pt>
    <dgm:pt modelId="{4A107248-90BD-4B60-A69B-F3B65C502586}" type="pres">
      <dgm:prSet presAssocID="{F657555B-8CFC-42C6-AA4D-71C7C38EF7F3}" presName="Name37" presStyleLbl="parChTrans1D4" presStyleIdx="2" presStyleCnt="4"/>
      <dgm:spPr/>
    </dgm:pt>
    <dgm:pt modelId="{946043A4-7DF3-429A-96C3-94B5D5F8B13E}" type="pres">
      <dgm:prSet presAssocID="{AF4A11EE-F595-44D2-BB49-94E588A44114}" presName="hierRoot2" presStyleCnt="0">
        <dgm:presLayoutVars>
          <dgm:hierBranch val="init"/>
        </dgm:presLayoutVars>
      </dgm:prSet>
      <dgm:spPr/>
    </dgm:pt>
    <dgm:pt modelId="{84AC2A25-0EF7-4159-AE9F-AB4C26760ED3}" type="pres">
      <dgm:prSet presAssocID="{AF4A11EE-F595-44D2-BB49-94E588A44114}" presName="rootComposite" presStyleCnt="0"/>
      <dgm:spPr/>
    </dgm:pt>
    <dgm:pt modelId="{281AA46E-567E-422C-AAD4-8C7630CCC3E0}" type="pres">
      <dgm:prSet presAssocID="{AF4A11EE-F595-44D2-BB49-94E588A44114}" presName="rootText" presStyleLbl="node4" presStyleIdx="2" presStyleCnt="4">
        <dgm:presLayoutVars>
          <dgm:chPref val="3"/>
        </dgm:presLayoutVars>
      </dgm:prSet>
      <dgm:spPr/>
    </dgm:pt>
    <dgm:pt modelId="{3F650E3D-67E0-483B-9F47-456A0742BBB2}" type="pres">
      <dgm:prSet presAssocID="{AF4A11EE-F595-44D2-BB49-94E588A44114}" presName="rootConnector" presStyleLbl="node4" presStyleIdx="2" presStyleCnt="4"/>
      <dgm:spPr/>
    </dgm:pt>
    <dgm:pt modelId="{82B3C67A-CFB5-4341-A990-BE6FAFC996C3}" type="pres">
      <dgm:prSet presAssocID="{AF4A11EE-F595-44D2-BB49-94E588A44114}" presName="hierChild4" presStyleCnt="0"/>
      <dgm:spPr/>
    </dgm:pt>
    <dgm:pt modelId="{35EC23A7-3348-41C7-B991-83713EB8D0F1}" type="pres">
      <dgm:prSet presAssocID="{AF4A11EE-F595-44D2-BB49-94E588A44114}" presName="hierChild5" presStyleCnt="0"/>
      <dgm:spPr/>
    </dgm:pt>
    <dgm:pt modelId="{28E7CD03-2818-467F-B409-30C4FF8A851C}" type="pres">
      <dgm:prSet presAssocID="{11F2900D-D584-4F74-8885-25BA15FB3A4B}" presName="Name37" presStyleLbl="parChTrans1D4" presStyleIdx="3" presStyleCnt="4"/>
      <dgm:spPr/>
    </dgm:pt>
    <dgm:pt modelId="{CC924C16-5409-4674-A045-54188872F269}" type="pres">
      <dgm:prSet presAssocID="{28749258-AB35-41A2-9EE9-BEE1E4118DC5}" presName="hierRoot2" presStyleCnt="0">
        <dgm:presLayoutVars>
          <dgm:hierBranch val="init"/>
        </dgm:presLayoutVars>
      </dgm:prSet>
      <dgm:spPr/>
    </dgm:pt>
    <dgm:pt modelId="{C5D7D8D8-9756-4361-BF40-2529811484A5}" type="pres">
      <dgm:prSet presAssocID="{28749258-AB35-41A2-9EE9-BEE1E4118DC5}" presName="rootComposite" presStyleCnt="0"/>
      <dgm:spPr/>
    </dgm:pt>
    <dgm:pt modelId="{E4A20C24-D20C-4801-8B61-12A51F291804}" type="pres">
      <dgm:prSet presAssocID="{28749258-AB35-41A2-9EE9-BEE1E4118DC5}" presName="rootText" presStyleLbl="node4" presStyleIdx="3" presStyleCnt="4">
        <dgm:presLayoutVars>
          <dgm:chPref val="3"/>
        </dgm:presLayoutVars>
      </dgm:prSet>
      <dgm:spPr/>
    </dgm:pt>
    <dgm:pt modelId="{0FE1F6DD-8CE4-418E-8A0B-6D66BEA7C05E}" type="pres">
      <dgm:prSet presAssocID="{28749258-AB35-41A2-9EE9-BEE1E4118DC5}" presName="rootConnector" presStyleLbl="node4" presStyleIdx="3" presStyleCnt="4"/>
      <dgm:spPr/>
    </dgm:pt>
    <dgm:pt modelId="{CA90918B-F116-4C24-8C38-028A44482689}" type="pres">
      <dgm:prSet presAssocID="{28749258-AB35-41A2-9EE9-BEE1E4118DC5}" presName="hierChild4" presStyleCnt="0"/>
      <dgm:spPr/>
    </dgm:pt>
    <dgm:pt modelId="{C9CDF959-6D58-4842-8FE2-72FDDE05506E}" type="pres">
      <dgm:prSet presAssocID="{28749258-AB35-41A2-9EE9-BEE1E4118DC5}" presName="hierChild5" presStyleCnt="0"/>
      <dgm:spPr/>
    </dgm:pt>
    <dgm:pt modelId="{D6B4A44A-42B3-46F5-9C7B-9F17981CED3F}" type="pres">
      <dgm:prSet presAssocID="{FBDEB4E6-EE5B-4308-8F4F-57D0953BA333}" presName="hierChild5" presStyleCnt="0"/>
      <dgm:spPr/>
    </dgm:pt>
    <dgm:pt modelId="{83BC1D02-F70A-40E3-A7FB-6F7247884B82}" type="pres">
      <dgm:prSet presAssocID="{18918EEC-C75A-42C3-8773-BDC357734373}" presName="hierChild5" presStyleCnt="0"/>
      <dgm:spPr/>
    </dgm:pt>
    <dgm:pt modelId="{CB6B0EEA-A290-4588-BC0A-4A805DC58143}" type="pres">
      <dgm:prSet presAssocID="{C9FFA3E1-A01A-44B4-89B0-F41CB5AEDFF6}" presName="hierChild3" presStyleCnt="0"/>
      <dgm:spPr/>
    </dgm:pt>
  </dgm:ptLst>
  <dgm:cxnLst>
    <dgm:cxn modelId="{F1E78006-31CB-491F-AD78-7038F1C73096}" srcId="{C9FFA3E1-A01A-44B4-89B0-F41CB5AEDFF6}" destId="{18918EEC-C75A-42C3-8773-BDC357734373}" srcOrd="1" destOrd="0" parTransId="{6B4F3760-CE60-4C9D-9534-714E4225E4CB}" sibTransId="{A95ACD18-1401-4297-9A16-3F155D0AAD03}"/>
    <dgm:cxn modelId="{06F4A918-0D2E-48CC-8DDD-205E890F1B0B}" type="presOf" srcId="{18918EEC-C75A-42C3-8773-BDC357734373}" destId="{30F431E9-6320-45A1-B8CE-D13D4C4ADEE7}" srcOrd="0" destOrd="0" presId="urn:microsoft.com/office/officeart/2005/8/layout/orgChart1"/>
    <dgm:cxn modelId="{2CDDE018-CE61-48EC-9A72-891EA1CB25B4}" type="presOf" srcId="{F5C71A99-2812-4C27-BAD4-851B33A9B6EF}" destId="{00ED88E2-D3D1-4EC0-AD7D-0519BCCA3228}" srcOrd="0" destOrd="0" presId="urn:microsoft.com/office/officeart/2005/8/layout/orgChart1"/>
    <dgm:cxn modelId="{8482631C-A155-4F1F-9823-0608AD5F5B27}" srcId="{4073C612-19D6-4B90-BDA8-9383B984FBB7}" destId="{5FD08A2C-1476-44F3-B6D7-2D308975014D}" srcOrd="1" destOrd="0" parTransId="{3E19EE53-C624-46B0-8E84-A1CB356B0D00}" sibTransId="{ECABC796-5835-4BD6-AECF-C326597A3D1E}"/>
    <dgm:cxn modelId="{98971C23-4C39-4477-A470-4233329A324F}" type="presOf" srcId="{4073C612-19D6-4B90-BDA8-9383B984FBB7}" destId="{B9B1E172-8BC8-4D61-A53C-CF7126AAE332}" srcOrd="0" destOrd="0" presId="urn:microsoft.com/office/officeart/2005/8/layout/orgChart1"/>
    <dgm:cxn modelId="{CD60BE23-946C-49F8-8703-56A62DBD1E64}" type="presOf" srcId="{AF4A11EE-F595-44D2-BB49-94E588A44114}" destId="{281AA46E-567E-422C-AAD4-8C7630CCC3E0}" srcOrd="0" destOrd="0" presId="urn:microsoft.com/office/officeart/2005/8/layout/orgChart1"/>
    <dgm:cxn modelId="{C607CD23-CA7D-49F0-A6E4-852E7F075085}" type="presOf" srcId="{AA513805-B015-4C32-B9CB-36D9CB4D0EB1}" destId="{DD22D4C3-F232-44ED-B526-C1262F2291B7}" srcOrd="1" destOrd="0" presId="urn:microsoft.com/office/officeart/2005/8/layout/orgChart1"/>
    <dgm:cxn modelId="{64654129-38BF-4EFF-A454-95D5FA0E090A}" srcId="{18918EEC-C75A-42C3-8773-BDC357734373}" destId="{FBDEB4E6-EE5B-4308-8F4F-57D0953BA333}" srcOrd="1" destOrd="0" parTransId="{F210CF1E-FFF8-4B67-AD74-64FBA3156944}" sibTransId="{8267C29C-CAA1-4DD7-A7F9-18BDB23C26D8}"/>
    <dgm:cxn modelId="{75F31730-927E-4EF0-911B-3A9B2925655C}" type="presOf" srcId="{28749258-AB35-41A2-9EE9-BEE1E4118DC5}" destId="{E4A20C24-D20C-4801-8B61-12A51F291804}" srcOrd="0" destOrd="0" presId="urn:microsoft.com/office/officeart/2005/8/layout/orgChart1"/>
    <dgm:cxn modelId="{09865234-E946-4E6E-8B71-1D639A01C9AF}" type="presOf" srcId="{D67C7F0C-CA37-409F-A608-4FAD19014594}" destId="{F1917846-425D-4D98-9799-47D540F33834}" srcOrd="0" destOrd="0" presId="urn:microsoft.com/office/officeart/2005/8/layout/orgChart1"/>
    <dgm:cxn modelId="{000B0837-3475-4076-BDEA-2EAF3C16B0D1}" type="presOf" srcId="{4073C612-19D6-4B90-BDA8-9383B984FBB7}" destId="{A9CEBFC9-3BB6-40AD-AABE-1E2BC1230770}" srcOrd="1" destOrd="0" presId="urn:microsoft.com/office/officeart/2005/8/layout/orgChart1"/>
    <dgm:cxn modelId="{B8A2555D-CB2D-4B92-B05C-FC277B59ACD4}" type="presOf" srcId="{00F65789-34E0-4AC4-B80D-9065202547CC}" destId="{D338227F-13B0-4CCC-8DDF-71B75D3B309D}" srcOrd="1" destOrd="0" presId="urn:microsoft.com/office/officeart/2005/8/layout/orgChart1"/>
    <dgm:cxn modelId="{B20F795D-A7FC-45F9-A76A-8F3D80700958}" type="presOf" srcId="{11F2900D-D584-4F74-8885-25BA15FB3A4B}" destId="{28E7CD03-2818-467F-B409-30C4FF8A851C}" srcOrd="0" destOrd="0" presId="urn:microsoft.com/office/officeart/2005/8/layout/orgChart1"/>
    <dgm:cxn modelId="{75CE9F43-71B4-411D-B141-798AA1C4F359}" type="presOf" srcId="{00F65789-34E0-4AC4-B80D-9065202547CC}" destId="{8A98DBB0-A38E-4D03-8DA6-7CD8A7374B20}" srcOrd="0" destOrd="0" presId="urn:microsoft.com/office/officeart/2005/8/layout/orgChart1"/>
    <dgm:cxn modelId="{4B15D544-A816-41FC-B0EB-4A37F4D1CEA7}" type="presOf" srcId="{C9FFA3E1-A01A-44B4-89B0-F41CB5AEDFF6}" destId="{C168ACA0-2009-4D69-AA22-8C1BAC5EADA0}" srcOrd="1" destOrd="0" presId="urn:microsoft.com/office/officeart/2005/8/layout/orgChart1"/>
    <dgm:cxn modelId="{39C07C45-4E12-415A-899E-5790B05E2756}" srcId="{FBDEB4E6-EE5B-4308-8F4F-57D0953BA333}" destId="{AF4A11EE-F595-44D2-BB49-94E588A44114}" srcOrd="0" destOrd="0" parTransId="{F657555B-8CFC-42C6-AA4D-71C7C38EF7F3}" sibTransId="{3F2BC84E-D0D2-46E9-AF3B-BB3FBB92D42F}"/>
    <dgm:cxn modelId="{F87E354A-6190-472D-B676-B7E91EF7B91F}" type="presOf" srcId="{F5C71A99-2812-4C27-BAD4-851B33A9B6EF}" destId="{750724D5-C4F8-40A9-B83E-15FB0E72B1EC}" srcOrd="1" destOrd="0" presId="urn:microsoft.com/office/officeart/2005/8/layout/orgChart1"/>
    <dgm:cxn modelId="{FF14E94C-9027-4FEE-87B0-72E86C14EC8F}" type="presOf" srcId="{05940FD7-0269-4268-8A05-D10B3CC6DAC5}" destId="{71A7FBCC-4FF1-4418-BD9F-7D090F793F97}" srcOrd="0" destOrd="0" presId="urn:microsoft.com/office/officeart/2005/8/layout/orgChart1"/>
    <dgm:cxn modelId="{D81C644D-8CF5-4F66-9CF8-113EAEDC5770}" type="presOf" srcId="{B4371D7D-388E-4026-8CC1-CD9E8E7C78EF}" destId="{0503E169-20F7-4BE8-A4E6-AB4B5809CE53}" srcOrd="0" destOrd="0" presId="urn:microsoft.com/office/officeart/2005/8/layout/orgChart1"/>
    <dgm:cxn modelId="{E86AE24F-F5C8-4B30-B489-DCB67FFA5E2A}" srcId="{FBDEB4E6-EE5B-4308-8F4F-57D0953BA333}" destId="{28749258-AB35-41A2-9EE9-BEE1E4118DC5}" srcOrd="1" destOrd="0" parTransId="{11F2900D-D584-4F74-8885-25BA15FB3A4B}" sibTransId="{E263306F-516A-4EB3-8367-8927D0D3966D}"/>
    <dgm:cxn modelId="{47D7F672-6612-486B-B523-AE8A8FB6BC1A}" srcId="{18918EEC-C75A-42C3-8773-BDC357734373}" destId="{4073C612-19D6-4B90-BDA8-9383B984FBB7}" srcOrd="0" destOrd="0" parTransId="{D77DD2E1-8196-48B8-AE73-BE2D382E6213}" sibTransId="{A2CF6522-CC3E-460C-B63F-C9CC9AAAE1C6}"/>
    <dgm:cxn modelId="{2457BD76-61AE-40EA-B848-2B439CE3FC88}" type="presOf" srcId="{AA513805-B015-4C32-B9CB-36D9CB4D0EB1}" destId="{30967574-2149-4001-93ED-074AD3921AF6}" srcOrd="0" destOrd="0" presId="urn:microsoft.com/office/officeart/2005/8/layout/orgChart1"/>
    <dgm:cxn modelId="{C8303878-F825-4B4D-A6E6-3E3A7C6D5B9B}" type="presOf" srcId="{3E19EE53-C624-46B0-8E84-A1CB356B0D00}" destId="{3FAD69DF-F147-442F-A572-20344262716E}" srcOrd="0" destOrd="0" presId="urn:microsoft.com/office/officeart/2005/8/layout/orgChart1"/>
    <dgm:cxn modelId="{98754279-FA2F-402F-94C3-830B0771E8B6}" type="presOf" srcId="{F657555B-8CFC-42C6-AA4D-71C7C38EF7F3}" destId="{4A107248-90BD-4B60-A69B-F3B65C502586}" srcOrd="0" destOrd="0" presId="urn:microsoft.com/office/officeart/2005/8/layout/orgChart1"/>
    <dgm:cxn modelId="{AF2BCB7B-1F34-471E-A076-27929FF16EC2}" type="presOf" srcId="{5FD08A2C-1476-44F3-B6D7-2D308975014D}" destId="{B9668054-1FDD-4ABE-92E1-61FABDCCA38F}" srcOrd="0" destOrd="0" presId="urn:microsoft.com/office/officeart/2005/8/layout/orgChart1"/>
    <dgm:cxn modelId="{1F41027D-C22E-45B3-9027-3021750FDF96}" type="presOf" srcId="{6B4F3760-CE60-4C9D-9534-714E4225E4CB}" destId="{A9A5D7EA-4FAD-431A-8A79-1859A45BCD86}" srcOrd="0" destOrd="0" presId="urn:microsoft.com/office/officeart/2005/8/layout/orgChart1"/>
    <dgm:cxn modelId="{B3E7147E-41FD-4423-BD64-F3079189CFC2}" type="presOf" srcId="{FBDEB4E6-EE5B-4308-8F4F-57D0953BA333}" destId="{7C340010-E216-4DCD-95F5-1E5F04BEEF1E}" srcOrd="1" destOrd="0" presId="urn:microsoft.com/office/officeart/2005/8/layout/orgChart1"/>
    <dgm:cxn modelId="{33FF0881-7528-4BB5-AC41-D18E518DA9BB}" srcId="{AA513805-B015-4C32-B9CB-36D9CB4D0EB1}" destId="{00F65789-34E0-4AC4-B80D-9065202547CC}" srcOrd="1" destOrd="0" parTransId="{D67C7F0C-CA37-409F-A608-4FAD19014594}" sibTransId="{E3F84C5D-D75D-447E-B6B1-6C4292592E64}"/>
    <dgm:cxn modelId="{B5A235A1-03BA-4CB8-A3CE-6D19B0ECA302}" type="presOf" srcId="{67BC17DD-C68A-4178-86A6-3A24B6776873}" destId="{41003241-9D11-49A5-85F8-E6CD5E448406}" srcOrd="0" destOrd="0" presId="urn:microsoft.com/office/officeart/2005/8/layout/orgChart1"/>
    <dgm:cxn modelId="{1768D3A6-80ED-417B-AD06-B57986BD214F}" srcId="{AA513805-B015-4C32-B9CB-36D9CB4D0EB1}" destId="{F5C71A99-2812-4C27-BAD4-851B33A9B6EF}" srcOrd="0" destOrd="0" parTransId="{9F1EF75A-447F-4B78-8A9B-DE210411BF8C}" sibTransId="{2FCF0409-DDFD-410E-996F-5D1F0003B58D}"/>
    <dgm:cxn modelId="{DA9D9AA8-C7E2-41F2-8007-4B85FEF3AF05}" srcId="{C9FFA3E1-A01A-44B4-89B0-F41CB5AEDFF6}" destId="{AA513805-B015-4C32-B9CB-36D9CB4D0EB1}" srcOrd="0" destOrd="0" parTransId="{67BC17DD-C68A-4178-86A6-3A24B6776873}" sibTransId="{83C32DEF-079C-4427-A2BB-EECBB45BD449}"/>
    <dgm:cxn modelId="{000F8FA9-D85F-4FDE-8552-9A6E40376C8E}" type="presOf" srcId="{05940FD7-0269-4268-8A05-D10B3CC6DAC5}" destId="{28294103-17BC-4408-9C6D-8416EDCF9E14}" srcOrd="1" destOrd="0" presId="urn:microsoft.com/office/officeart/2005/8/layout/orgChart1"/>
    <dgm:cxn modelId="{D3474DAB-2E14-41B4-84A6-67B4F855A32A}" type="presOf" srcId="{5FD08A2C-1476-44F3-B6D7-2D308975014D}" destId="{4F5FFEC0-1D37-45CB-9489-1CEF5D086359}" srcOrd="1" destOrd="0" presId="urn:microsoft.com/office/officeart/2005/8/layout/orgChart1"/>
    <dgm:cxn modelId="{4E426AAE-2E6D-4EF6-BBB5-633258C46197}" srcId="{4073C612-19D6-4B90-BDA8-9383B984FBB7}" destId="{05940FD7-0269-4268-8A05-D10B3CC6DAC5}" srcOrd="0" destOrd="0" parTransId="{F4082644-BC60-49E6-85B0-DFDD385BBA2F}" sibTransId="{3E3E44C4-7E2E-47DD-9C6C-81F2E69F6F63}"/>
    <dgm:cxn modelId="{662F15B0-CD20-4B0A-A55B-4DDB9A2FF538}" type="presOf" srcId="{D77DD2E1-8196-48B8-AE73-BE2D382E6213}" destId="{85B94A77-02DA-4116-8803-DB751ED2018C}" srcOrd="0" destOrd="0" presId="urn:microsoft.com/office/officeart/2005/8/layout/orgChart1"/>
    <dgm:cxn modelId="{96D0E2B0-CCFF-4F8F-B0AE-6A4F9420A912}" type="presOf" srcId="{28749258-AB35-41A2-9EE9-BEE1E4118DC5}" destId="{0FE1F6DD-8CE4-418E-8A0B-6D66BEA7C05E}" srcOrd="1" destOrd="0" presId="urn:microsoft.com/office/officeart/2005/8/layout/orgChart1"/>
    <dgm:cxn modelId="{5F966CBE-B56B-4793-B555-3CF24FB76605}" type="presOf" srcId="{18918EEC-C75A-42C3-8773-BDC357734373}" destId="{558C3619-4B14-4B05-ACC1-A85024CB6CB8}" srcOrd="1" destOrd="0" presId="urn:microsoft.com/office/officeart/2005/8/layout/orgChart1"/>
    <dgm:cxn modelId="{A2E051CA-863A-46D7-A8A4-1BC128F8EE13}" type="presOf" srcId="{AF4A11EE-F595-44D2-BB49-94E588A44114}" destId="{3F650E3D-67E0-483B-9F47-456A0742BBB2}" srcOrd="1" destOrd="0" presId="urn:microsoft.com/office/officeart/2005/8/layout/orgChart1"/>
    <dgm:cxn modelId="{59DE93CA-D7D1-44FC-9F2B-57EEEC8ADBC8}" type="presOf" srcId="{C9FFA3E1-A01A-44B4-89B0-F41CB5AEDFF6}" destId="{AC2AA954-0BEB-4597-9FB7-C0F735376D3E}" srcOrd="0" destOrd="0" presId="urn:microsoft.com/office/officeart/2005/8/layout/orgChart1"/>
    <dgm:cxn modelId="{492FBED2-17EA-4D1D-8F13-BD7EC9BAF069}" type="presOf" srcId="{F4082644-BC60-49E6-85B0-DFDD385BBA2F}" destId="{9E056A08-E0FA-4B54-9A38-57FBDCF81A83}" srcOrd="0" destOrd="0" presId="urn:microsoft.com/office/officeart/2005/8/layout/orgChart1"/>
    <dgm:cxn modelId="{E7B3E1EA-B03C-437C-8AFB-317237CF0F73}" type="presOf" srcId="{9F1EF75A-447F-4B78-8A9B-DE210411BF8C}" destId="{2F661A95-CFB7-4FF0-B2E0-F52F34084DB5}" srcOrd="0" destOrd="0" presId="urn:microsoft.com/office/officeart/2005/8/layout/orgChart1"/>
    <dgm:cxn modelId="{3EBEEAF0-53C7-4CD0-97BE-6CE932A7D166}" type="presOf" srcId="{F210CF1E-FFF8-4B67-AD74-64FBA3156944}" destId="{EE234869-97F8-4BF7-A3F4-F63DD004E89A}" srcOrd="0" destOrd="0" presId="urn:microsoft.com/office/officeart/2005/8/layout/orgChart1"/>
    <dgm:cxn modelId="{40745BFC-46A8-4F05-84D7-DF0E0B4CA705}" type="presOf" srcId="{FBDEB4E6-EE5B-4308-8F4F-57D0953BA333}" destId="{F4C2A9E3-26DE-45F1-8033-415D1078BFD5}" srcOrd="0" destOrd="0" presId="urn:microsoft.com/office/officeart/2005/8/layout/orgChart1"/>
    <dgm:cxn modelId="{0C5FE2FE-0ADB-4CDE-ACD7-A346D0943351}" srcId="{B4371D7D-388E-4026-8CC1-CD9E8E7C78EF}" destId="{C9FFA3E1-A01A-44B4-89B0-F41CB5AEDFF6}" srcOrd="0" destOrd="0" parTransId="{62A4E407-F0A7-4E43-B91A-9FE80174EFA9}" sibTransId="{AE0C7F30-D1EC-43BD-A2B6-1D44F0862321}"/>
    <dgm:cxn modelId="{21366666-9C06-4358-BAAD-C63E82C38F6D}" type="presParOf" srcId="{0503E169-20F7-4BE8-A4E6-AB4B5809CE53}" destId="{3EE09475-6D28-4B88-87F2-8ADE25681824}" srcOrd="0" destOrd="0" presId="urn:microsoft.com/office/officeart/2005/8/layout/orgChart1"/>
    <dgm:cxn modelId="{ED5A43DE-2B4A-4A01-86A4-D6CFAC227B59}" type="presParOf" srcId="{3EE09475-6D28-4B88-87F2-8ADE25681824}" destId="{3FE68C51-0150-471C-9AB6-DC6461364F19}" srcOrd="0" destOrd="0" presId="urn:microsoft.com/office/officeart/2005/8/layout/orgChart1"/>
    <dgm:cxn modelId="{F0C3CA51-C999-4E4B-9C61-F49747564074}" type="presParOf" srcId="{3FE68C51-0150-471C-9AB6-DC6461364F19}" destId="{AC2AA954-0BEB-4597-9FB7-C0F735376D3E}" srcOrd="0" destOrd="0" presId="urn:microsoft.com/office/officeart/2005/8/layout/orgChart1"/>
    <dgm:cxn modelId="{7768668E-9FC5-4A63-8713-C00989FD36E9}" type="presParOf" srcId="{3FE68C51-0150-471C-9AB6-DC6461364F19}" destId="{C168ACA0-2009-4D69-AA22-8C1BAC5EADA0}" srcOrd="1" destOrd="0" presId="urn:microsoft.com/office/officeart/2005/8/layout/orgChart1"/>
    <dgm:cxn modelId="{72FAD3FF-8403-4856-BCBA-6AC39BB1E492}" type="presParOf" srcId="{3EE09475-6D28-4B88-87F2-8ADE25681824}" destId="{87064BFE-423A-4675-A646-8767630DF032}" srcOrd="1" destOrd="0" presId="urn:microsoft.com/office/officeart/2005/8/layout/orgChart1"/>
    <dgm:cxn modelId="{FB0BE3F8-27CA-4BEC-AFF6-1D0D15284724}" type="presParOf" srcId="{87064BFE-423A-4675-A646-8767630DF032}" destId="{41003241-9D11-49A5-85F8-E6CD5E448406}" srcOrd="0" destOrd="0" presId="urn:microsoft.com/office/officeart/2005/8/layout/orgChart1"/>
    <dgm:cxn modelId="{B02D77C5-C2D2-48F9-9707-CD0073D0563E}" type="presParOf" srcId="{87064BFE-423A-4675-A646-8767630DF032}" destId="{B1BD81AE-1DEF-400E-8917-97AB4CE6FB08}" srcOrd="1" destOrd="0" presId="urn:microsoft.com/office/officeart/2005/8/layout/orgChart1"/>
    <dgm:cxn modelId="{FCA94DA0-2442-44B7-B16C-1AB087F9BF6F}" type="presParOf" srcId="{B1BD81AE-1DEF-400E-8917-97AB4CE6FB08}" destId="{0D091E3B-877A-4107-93A7-117512789852}" srcOrd="0" destOrd="0" presId="urn:microsoft.com/office/officeart/2005/8/layout/orgChart1"/>
    <dgm:cxn modelId="{EFD16E52-4369-4CF3-9C6F-EFE50E589B00}" type="presParOf" srcId="{0D091E3B-877A-4107-93A7-117512789852}" destId="{30967574-2149-4001-93ED-074AD3921AF6}" srcOrd="0" destOrd="0" presId="urn:microsoft.com/office/officeart/2005/8/layout/orgChart1"/>
    <dgm:cxn modelId="{EF7EA588-4609-44CA-B5B0-03923A1D36B6}" type="presParOf" srcId="{0D091E3B-877A-4107-93A7-117512789852}" destId="{DD22D4C3-F232-44ED-B526-C1262F2291B7}" srcOrd="1" destOrd="0" presId="urn:microsoft.com/office/officeart/2005/8/layout/orgChart1"/>
    <dgm:cxn modelId="{226C7AC8-6FB3-48C6-B233-96A5184085FA}" type="presParOf" srcId="{B1BD81AE-1DEF-400E-8917-97AB4CE6FB08}" destId="{CEBE22D9-BF00-459A-A357-69D21924A0E0}" srcOrd="1" destOrd="0" presId="urn:microsoft.com/office/officeart/2005/8/layout/orgChart1"/>
    <dgm:cxn modelId="{8D5B1BC7-105A-48F7-93BB-DE9B81D89F25}" type="presParOf" srcId="{CEBE22D9-BF00-459A-A357-69D21924A0E0}" destId="{2F661A95-CFB7-4FF0-B2E0-F52F34084DB5}" srcOrd="0" destOrd="0" presId="urn:microsoft.com/office/officeart/2005/8/layout/orgChart1"/>
    <dgm:cxn modelId="{6AC0FD4A-5551-419C-8CB7-F8686093DC6D}" type="presParOf" srcId="{CEBE22D9-BF00-459A-A357-69D21924A0E0}" destId="{F44F36EF-F699-4122-BFD1-83F1A23C9386}" srcOrd="1" destOrd="0" presId="urn:microsoft.com/office/officeart/2005/8/layout/orgChart1"/>
    <dgm:cxn modelId="{307A0548-629E-43EC-8A3F-EA7A69E2B48E}" type="presParOf" srcId="{F44F36EF-F699-4122-BFD1-83F1A23C9386}" destId="{0E096353-FD8B-4281-A772-CD0E10083EBC}" srcOrd="0" destOrd="0" presId="urn:microsoft.com/office/officeart/2005/8/layout/orgChart1"/>
    <dgm:cxn modelId="{0656B67A-F474-40E1-A898-D20D074276E8}" type="presParOf" srcId="{0E096353-FD8B-4281-A772-CD0E10083EBC}" destId="{00ED88E2-D3D1-4EC0-AD7D-0519BCCA3228}" srcOrd="0" destOrd="0" presId="urn:microsoft.com/office/officeart/2005/8/layout/orgChart1"/>
    <dgm:cxn modelId="{082A6635-5605-4551-B1F4-655D48D88F2D}" type="presParOf" srcId="{0E096353-FD8B-4281-A772-CD0E10083EBC}" destId="{750724D5-C4F8-40A9-B83E-15FB0E72B1EC}" srcOrd="1" destOrd="0" presId="urn:microsoft.com/office/officeart/2005/8/layout/orgChart1"/>
    <dgm:cxn modelId="{E6BCBAD8-9BB7-42C6-81EC-DB675F0B12C0}" type="presParOf" srcId="{F44F36EF-F699-4122-BFD1-83F1A23C9386}" destId="{3E199CEF-34E1-4E09-AB5D-4FD261C9C32E}" srcOrd="1" destOrd="0" presId="urn:microsoft.com/office/officeart/2005/8/layout/orgChart1"/>
    <dgm:cxn modelId="{2C8C9B38-4627-445A-8818-E24C8C6E5BC5}" type="presParOf" srcId="{F44F36EF-F699-4122-BFD1-83F1A23C9386}" destId="{74D82AE6-58C9-4313-9F8F-75D9A6BF861D}" srcOrd="2" destOrd="0" presId="urn:microsoft.com/office/officeart/2005/8/layout/orgChart1"/>
    <dgm:cxn modelId="{93A54A2E-2373-4CB0-873C-35AAD8152E6A}" type="presParOf" srcId="{CEBE22D9-BF00-459A-A357-69D21924A0E0}" destId="{F1917846-425D-4D98-9799-47D540F33834}" srcOrd="2" destOrd="0" presId="urn:microsoft.com/office/officeart/2005/8/layout/orgChart1"/>
    <dgm:cxn modelId="{D938CF0F-E2BC-48FB-BF11-B73D7ABC3760}" type="presParOf" srcId="{CEBE22D9-BF00-459A-A357-69D21924A0E0}" destId="{80E2066B-7A53-468A-A7BD-D041D4B41030}" srcOrd="3" destOrd="0" presId="urn:microsoft.com/office/officeart/2005/8/layout/orgChart1"/>
    <dgm:cxn modelId="{190DFF1F-A69F-45A8-8B4F-CA55FC062C9D}" type="presParOf" srcId="{80E2066B-7A53-468A-A7BD-D041D4B41030}" destId="{AB4D4759-6557-41E8-A4C5-1B8AAABFF8FC}" srcOrd="0" destOrd="0" presId="urn:microsoft.com/office/officeart/2005/8/layout/orgChart1"/>
    <dgm:cxn modelId="{0EC189DB-A523-4256-9D16-97CF397BFC0B}" type="presParOf" srcId="{AB4D4759-6557-41E8-A4C5-1B8AAABFF8FC}" destId="{8A98DBB0-A38E-4D03-8DA6-7CD8A7374B20}" srcOrd="0" destOrd="0" presId="urn:microsoft.com/office/officeart/2005/8/layout/orgChart1"/>
    <dgm:cxn modelId="{9A43EA8B-59EE-4F61-A818-0D8952C2C286}" type="presParOf" srcId="{AB4D4759-6557-41E8-A4C5-1B8AAABFF8FC}" destId="{D338227F-13B0-4CCC-8DDF-71B75D3B309D}" srcOrd="1" destOrd="0" presId="urn:microsoft.com/office/officeart/2005/8/layout/orgChart1"/>
    <dgm:cxn modelId="{84BC8240-3A0B-40DD-B769-C16F81E38E5E}" type="presParOf" srcId="{80E2066B-7A53-468A-A7BD-D041D4B41030}" destId="{5B4D11B4-64E9-427B-A3CF-6B3FC1DBCE64}" srcOrd="1" destOrd="0" presId="urn:microsoft.com/office/officeart/2005/8/layout/orgChart1"/>
    <dgm:cxn modelId="{2FB979B4-02A9-49DD-B550-19266D2D9F98}" type="presParOf" srcId="{80E2066B-7A53-468A-A7BD-D041D4B41030}" destId="{813E8185-A8CA-4A64-BA3C-18FAC5ACEAB3}" srcOrd="2" destOrd="0" presId="urn:microsoft.com/office/officeart/2005/8/layout/orgChart1"/>
    <dgm:cxn modelId="{BD0694D1-4B7D-4EEF-96C8-5907C4A66325}" type="presParOf" srcId="{B1BD81AE-1DEF-400E-8917-97AB4CE6FB08}" destId="{33966B2C-E57C-4545-85D2-4C362C5582DE}" srcOrd="2" destOrd="0" presId="urn:microsoft.com/office/officeart/2005/8/layout/orgChart1"/>
    <dgm:cxn modelId="{FF558547-FA1C-4F08-A1AE-0065A9FB86B9}" type="presParOf" srcId="{87064BFE-423A-4675-A646-8767630DF032}" destId="{A9A5D7EA-4FAD-431A-8A79-1859A45BCD86}" srcOrd="2" destOrd="0" presId="urn:microsoft.com/office/officeart/2005/8/layout/orgChart1"/>
    <dgm:cxn modelId="{989CC8F5-9B5A-4620-8A44-80857F0746AC}" type="presParOf" srcId="{87064BFE-423A-4675-A646-8767630DF032}" destId="{5D81DE05-4574-474E-A94C-0B7406DA427C}" srcOrd="3" destOrd="0" presId="urn:microsoft.com/office/officeart/2005/8/layout/orgChart1"/>
    <dgm:cxn modelId="{397D0104-6DFC-4276-AE17-97EBEFA89C85}" type="presParOf" srcId="{5D81DE05-4574-474E-A94C-0B7406DA427C}" destId="{57CA64FE-5E03-41AE-8A56-D98CA5937484}" srcOrd="0" destOrd="0" presId="urn:microsoft.com/office/officeart/2005/8/layout/orgChart1"/>
    <dgm:cxn modelId="{EAA28F50-BE2D-460D-A4FD-1BD2C18BBCB6}" type="presParOf" srcId="{57CA64FE-5E03-41AE-8A56-D98CA5937484}" destId="{30F431E9-6320-45A1-B8CE-D13D4C4ADEE7}" srcOrd="0" destOrd="0" presId="urn:microsoft.com/office/officeart/2005/8/layout/orgChart1"/>
    <dgm:cxn modelId="{875736A9-2696-476E-B07C-A85434D8FAD4}" type="presParOf" srcId="{57CA64FE-5E03-41AE-8A56-D98CA5937484}" destId="{558C3619-4B14-4B05-ACC1-A85024CB6CB8}" srcOrd="1" destOrd="0" presId="urn:microsoft.com/office/officeart/2005/8/layout/orgChart1"/>
    <dgm:cxn modelId="{881D560C-3472-484C-9F8F-7E7F73AB78A9}" type="presParOf" srcId="{5D81DE05-4574-474E-A94C-0B7406DA427C}" destId="{AAAB6F7C-2A12-4FAC-B88C-67A72D2AABB3}" srcOrd="1" destOrd="0" presId="urn:microsoft.com/office/officeart/2005/8/layout/orgChart1"/>
    <dgm:cxn modelId="{03D0F06D-292A-4A13-A4C1-4E50931C2FB3}" type="presParOf" srcId="{AAAB6F7C-2A12-4FAC-B88C-67A72D2AABB3}" destId="{85B94A77-02DA-4116-8803-DB751ED2018C}" srcOrd="0" destOrd="0" presId="urn:microsoft.com/office/officeart/2005/8/layout/orgChart1"/>
    <dgm:cxn modelId="{80156835-E3C4-4F7D-832D-B7C87903C18B}" type="presParOf" srcId="{AAAB6F7C-2A12-4FAC-B88C-67A72D2AABB3}" destId="{3BAD7D9F-24F5-4AA6-BA5D-A30E2BDD8DE7}" srcOrd="1" destOrd="0" presId="urn:microsoft.com/office/officeart/2005/8/layout/orgChart1"/>
    <dgm:cxn modelId="{F1470443-B123-4FE1-ACE7-4F65B851531E}" type="presParOf" srcId="{3BAD7D9F-24F5-4AA6-BA5D-A30E2BDD8DE7}" destId="{C63B48B8-53BB-46D7-955C-6AA0283D3EDD}" srcOrd="0" destOrd="0" presId="urn:microsoft.com/office/officeart/2005/8/layout/orgChart1"/>
    <dgm:cxn modelId="{2CFB9FAB-A048-4664-85C3-FF2116367F43}" type="presParOf" srcId="{C63B48B8-53BB-46D7-955C-6AA0283D3EDD}" destId="{B9B1E172-8BC8-4D61-A53C-CF7126AAE332}" srcOrd="0" destOrd="0" presId="urn:microsoft.com/office/officeart/2005/8/layout/orgChart1"/>
    <dgm:cxn modelId="{38CD203D-6738-4471-8EF4-31AEC95BE9FE}" type="presParOf" srcId="{C63B48B8-53BB-46D7-955C-6AA0283D3EDD}" destId="{A9CEBFC9-3BB6-40AD-AABE-1E2BC1230770}" srcOrd="1" destOrd="0" presId="urn:microsoft.com/office/officeart/2005/8/layout/orgChart1"/>
    <dgm:cxn modelId="{78E37258-D2F4-4391-9542-00BC12A0F8AF}" type="presParOf" srcId="{3BAD7D9F-24F5-4AA6-BA5D-A30E2BDD8DE7}" destId="{0CD981B7-6880-4CBE-837B-E1987B2856B4}" srcOrd="1" destOrd="0" presId="urn:microsoft.com/office/officeart/2005/8/layout/orgChart1"/>
    <dgm:cxn modelId="{E8A88580-6D75-43AA-8A7F-B06B6FA5DD8B}" type="presParOf" srcId="{0CD981B7-6880-4CBE-837B-E1987B2856B4}" destId="{9E056A08-E0FA-4B54-9A38-57FBDCF81A83}" srcOrd="0" destOrd="0" presId="urn:microsoft.com/office/officeart/2005/8/layout/orgChart1"/>
    <dgm:cxn modelId="{935D65D1-DADC-4F36-958C-272E65887CEB}" type="presParOf" srcId="{0CD981B7-6880-4CBE-837B-E1987B2856B4}" destId="{BDF9C874-BCD6-41E7-8B8D-FE96FD3023E2}" srcOrd="1" destOrd="0" presId="urn:microsoft.com/office/officeart/2005/8/layout/orgChart1"/>
    <dgm:cxn modelId="{DFACB394-3AE6-4D3B-B261-422F33714433}" type="presParOf" srcId="{BDF9C874-BCD6-41E7-8B8D-FE96FD3023E2}" destId="{56C51F2E-F0A7-4AE8-ADA6-014FA814102A}" srcOrd="0" destOrd="0" presId="urn:microsoft.com/office/officeart/2005/8/layout/orgChart1"/>
    <dgm:cxn modelId="{EF4B0E1E-4BEC-4C16-AEAF-FEC41B8FB969}" type="presParOf" srcId="{56C51F2E-F0A7-4AE8-ADA6-014FA814102A}" destId="{71A7FBCC-4FF1-4418-BD9F-7D090F793F97}" srcOrd="0" destOrd="0" presId="urn:microsoft.com/office/officeart/2005/8/layout/orgChart1"/>
    <dgm:cxn modelId="{CC125512-C9FE-4593-9E11-131590A5D8C6}" type="presParOf" srcId="{56C51F2E-F0A7-4AE8-ADA6-014FA814102A}" destId="{28294103-17BC-4408-9C6D-8416EDCF9E14}" srcOrd="1" destOrd="0" presId="urn:microsoft.com/office/officeart/2005/8/layout/orgChart1"/>
    <dgm:cxn modelId="{CB963178-3B91-42E3-9DB2-CA45F63DD294}" type="presParOf" srcId="{BDF9C874-BCD6-41E7-8B8D-FE96FD3023E2}" destId="{D4B7EA90-26F7-45F6-8BE0-19CC01B01C0A}" srcOrd="1" destOrd="0" presId="urn:microsoft.com/office/officeart/2005/8/layout/orgChart1"/>
    <dgm:cxn modelId="{B34E40E7-6687-4523-8748-A168E7B0B023}" type="presParOf" srcId="{BDF9C874-BCD6-41E7-8B8D-FE96FD3023E2}" destId="{59E2C8EF-F10F-4F69-A59F-4CFB89330834}" srcOrd="2" destOrd="0" presId="urn:microsoft.com/office/officeart/2005/8/layout/orgChart1"/>
    <dgm:cxn modelId="{2C6265EC-8A88-4CBC-ABDE-328300F6A935}" type="presParOf" srcId="{0CD981B7-6880-4CBE-837B-E1987B2856B4}" destId="{3FAD69DF-F147-442F-A572-20344262716E}" srcOrd="2" destOrd="0" presId="urn:microsoft.com/office/officeart/2005/8/layout/orgChart1"/>
    <dgm:cxn modelId="{4209F77B-A4FF-4BC2-976F-B11D8C297319}" type="presParOf" srcId="{0CD981B7-6880-4CBE-837B-E1987B2856B4}" destId="{8B1778C9-A834-4B8A-9DCE-95381F05EE54}" srcOrd="3" destOrd="0" presId="urn:microsoft.com/office/officeart/2005/8/layout/orgChart1"/>
    <dgm:cxn modelId="{CDF4AB08-064A-4D3B-8207-FDEDDEA7C925}" type="presParOf" srcId="{8B1778C9-A834-4B8A-9DCE-95381F05EE54}" destId="{E3C66C6F-F257-4E55-883E-F15E3BBE6655}" srcOrd="0" destOrd="0" presId="urn:microsoft.com/office/officeart/2005/8/layout/orgChart1"/>
    <dgm:cxn modelId="{ECEF6779-CC97-42A3-9F10-35198B8C0AC7}" type="presParOf" srcId="{E3C66C6F-F257-4E55-883E-F15E3BBE6655}" destId="{B9668054-1FDD-4ABE-92E1-61FABDCCA38F}" srcOrd="0" destOrd="0" presId="urn:microsoft.com/office/officeart/2005/8/layout/orgChart1"/>
    <dgm:cxn modelId="{7B716964-8821-4C06-96AF-B05CD517743E}" type="presParOf" srcId="{E3C66C6F-F257-4E55-883E-F15E3BBE6655}" destId="{4F5FFEC0-1D37-45CB-9489-1CEF5D086359}" srcOrd="1" destOrd="0" presId="urn:microsoft.com/office/officeart/2005/8/layout/orgChart1"/>
    <dgm:cxn modelId="{4A3FDD9F-97BF-4856-A148-8CFA3B20E7E0}" type="presParOf" srcId="{8B1778C9-A834-4B8A-9DCE-95381F05EE54}" destId="{C7BB8487-BED9-45C5-8A84-98A517F8BB09}" srcOrd="1" destOrd="0" presId="urn:microsoft.com/office/officeart/2005/8/layout/orgChart1"/>
    <dgm:cxn modelId="{D7997A71-DFA5-44C8-91FA-E60D9F756B44}" type="presParOf" srcId="{8B1778C9-A834-4B8A-9DCE-95381F05EE54}" destId="{75037267-8572-47E3-BB20-1E34D04658FB}" srcOrd="2" destOrd="0" presId="urn:microsoft.com/office/officeart/2005/8/layout/orgChart1"/>
    <dgm:cxn modelId="{DA595594-8644-4577-8F0F-63D7D1766252}" type="presParOf" srcId="{3BAD7D9F-24F5-4AA6-BA5D-A30E2BDD8DE7}" destId="{BA586B61-F206-4664-A254-BBE47B39648D}" srcOrd="2" destOrd="0" presId="urn:microsoft.com/office/officeart/2005/8/layout/orgChart1"/>
    <dgm:cxn modelId="{E0A8E963-DD62-4B97-B588-57D4A8A6FD01}" type="presParOf" srcId="{AAAB6F7C-2A12-4FAC-B88C-67A72D2AABB3}" destId="{EE234869-97F8-4BF7-A3F4-F63DD004E89A}" srcOrd="2" destOrd="0" presId="urn:microsoft.com/office/officeart/2005/8/layout/orgChart1"/>
    <dgm:cxn modelId="{9FF02577-B98E-48DC-B27E-71D9DDA00C28}" type="presParOf" srcId="{AAAB6F7C-2A12-4FAC-B88C-67A72D2AABB3}" destId="{2BD8B3DB-E984-4307-BD6C-B71CD40E77A0}" srcOrd="3" destOrd="0" presId="urn:microsoft.com/office/officeart/2005/8/layout/orgChart1"/>
    <dgm:cxn modelId="{E79D176D-5D45-4D4D-8669-4373DBF2C887}" type="presParOf" srcId="{2BD8B3DB-E984-4307-BD6C-B71CD40E77A0}" destId="{8F13D606-8D4A-4893-B679-5D1AD043ED2A}" srcOrd="0" destOrd="0" presId="urn:microsoft.com/office/officeart/2005/8/layout/orgChart1"/>
    <dgm:cxn modelId="{2DF70558-00C6-45EE-9E98-1818A59A047C}" type="presParOf" srcId="{8F13D606-8D4A-4893-B679-5D1AD043ED2A}" destId="{F4C2A9E3-26DE-45F1-8033-415D1078BFD5}" srcOrd="0" destOrd="0" presId="urn:microsoft.com/office/officeart/2005/8/layout/orgChart1"/>
    <dgm:cxn modelId="{15D34DDD-6FE9-4F5E-A117-F342EE2BF250}" type="presParOf" srcId="{8F13D606-8D4A-4893-B679-5D1AD043ED2A}" destId="{7C340010-E216-4DCD-95F5-1E5F04BEEF1E}" srcOrd="1" destOrd="0" presId="urn:microsoft.com/office/officeart/2005/8/layout/orgChart1"/>
    <dgm:cxn modelId="{02E66B02-1C27-4734-9118-8F3E9CD0C38C}" type="presParOf" srcId="{2BD8B3DB-E984-4307-BD6C-B71CD40E77A0}" destId="{EF1783CE-A2C8-49F3-B5FD-6215293F91F2}" srcOrd="1" destOrd="0" presId="urn:microsoft.com/office/officeart/2005/8/layout/orgChart1"/>
    <dgm:cxn modelId="{C58E210D-23E7-4D14-9A5E-0F90CDCE2256}" type="presParOf" srcId="{EF1783CE-A2C8-49F3-B5FD-6215293F91F2}" destId="{4A107248-90BD-4B60-A69B-F3B65C502586}" srcOrd="0" destOrd="0" presId="urn:microsoft.com/office/officeart/2005/8/layout/orgChart1"/>
    <dgm:cxn modelId="{B49FABDE-7A03-49E5-8C94-A34C3E5213E5}" type="presParOf" srcId="{EF1783CE-A2C8-49F3-B5FD-6215293F91F2}" destId="{946043A4-7DF3-429A-96C3-94B5D5F8B13E}" srcOrd="1" destOrd="0" presId="urn:microsoft.com/office/officeart/2005/8/layout/orgChart1"/>
    <dgm:cxn modelId="{42D1C382-F5A2-48FB-9F34-E91A77723AE5}" type="presParOf" srcId="{946043A4-7DF3-429A-96C3-94B5D5F8B13E}" destId="{84AC2A25-0EF7-4159-AE9F-AB4C26760ED3}" srcOrd="0" destOrd="0" presId="urn:microsoft.com/office/officeart/2005/8/layout/orgChart1"/>
    <dgm:cxn modelId="{800E5B3D-C94E-49B3-A0DC-C753A4D37820}" type="presParOf" srcId="{84AC2A25-0EF7-4159-AE9F-AB4C26760ED3}" destId="{281AA46E-567E-422C-AAD4-8C7630CCC3E0}" srcOrd="0" destOrd="0" presId="urn:microsoft.com/office/officeart/2005/8/layout/orgChart1"/>
    <dgm:cxn modelId="{FC36B105-D009-4358-A553-8678FFD75AA1}" type="presParOf" srcId="{84AC2A25-0EF7-4159-AE9F-AB4C26760ED3}" destId="{3F650E3D-67E0-483B-9F47-456A0742BBB2}" srcOrd="1" destOrd="0" presId="urn:microsoft.com/office/officeart/2005/8/layout/orgChart1"/>
    <dgm:cxn modelId="{D77B9FBB-E1A7-4040-B9D9-E10D71D42D13}" type="presParOf" srcId="{946043A4-7DF3-429A-96C3-94B5D5F8B13E}" destId="{82B3C67A-CFB5-4341-A990-BE6FAFC996C3}" srcOrd="1" destOrd="0" presId="urn:microsoft.com/office/officeart/2005/8/layout/orgChart1"/>
    <dgm:cxn modelId="{777F8AC0-E398-4D4F-93C2-5C371A10A0EE}" type="presParOf" srcId="{946043A4-7DF3-429A-96C3-94B5D5F8B13E}" destId="{35EC23A7-3348-41C7-B991-83713EB8D0F1}" srcOrd="2" destOrd="0" presId="urn:microsoft.com/office/officeart/2005/8/layout/orgChart1"/>
    <dgm:cxn modelId="{48D79984-6080-488C-8E2C-39ED090E84CE}" type="presParOf" srcId="{EF1783CE-A2C8-49F3-B5FD-6215293F91F2}" destId="{28E7CD03-2818-467F-B409-30C4FF8A851C}" srcOrd="2" destOrd="0" presId="urn:microsoft.com/office/officeart/2005/8/layout/orgChart1"/>
    <dgm:cxn modelId="{DA0643E0-C598-4618-8395-FF530C59F3F0}" type="presParOf" srcId="{EF1783CE-A2C8-49F3-B5FD-6215293F91F2}" destId="{CC924C16-5409-4674-A045-54188872F269}" srcOrd="3" destOrd="0" presId="urn:microsoft.com/office/officeart/2005/8/layout/orgChart1"/>
    <dgm:cxn modelId="{41754BED-6E57-4BDA-9DB6-5BE8480048D3}" type="presParOf" srcId="{CC924C16-5409-4674-A045-54188872F269}" destId="{C5D7D8D8-9756-4361-BF40-2529811484A5}" srcOrd="0" destOrd="0" presId="urn:microsoft.com/office/officeart/2005/8/layout/orgChart1"/>
    <dgm:cxn modelId="{3E0BE350-9AFD-4D8D-9445-3D87E11A0368}" type="presParOf" srcId="{C5D7D8D8-9756-4361-BF40-2529811484A5}" destId="{E4A20C24-D20C-4801-8B61-12A51F291804}" srcOrd="0" destOrd="0" presId="urn:microsoft.com/office/officeart/2005/8/layout/orgChart1"/>
    <dgm:cxn modelId="{5D16E04D-6297-499A-93BE-D92E950F7C1C}" type="presParOf" srcId="{C5D7D8D8-9756-4361-BF40-2529811484A5}" destId="{0FE1F6DD-8CE4-418E-8A0B-6D66BEA7C05E}" srcOrd="1" destOrd="0" presId="urn:microsoft.com/office/officeart/2005/8/layout/orgChart1"/>
    <dgm:cxn modelId="{4C77AD50-0E3A-4BA4-A935-62325074E996}" type="presParOf" srcId="{CC924C16-5409-4674-A045-54188872F269}" destId="{CA90918B-F116-4C24-8C38-028A44482689}" srcOrd="1" destOrd="0" presId="urn:microsoft.com/office/officeart/2005/8/layout/orgChart1"/>
    <dgm:cxn modelId="{B3C8BD51-024C-45F1-BB69-A932D3BF82C2}" type="presParOf" srcId="{CC924C16-5409-4674-A045-54188872F269}" destId="{C9CDF959-6D58-4842-8FE2-72FDDE05506E}" srcOrd="2" destOrd="0" presId="urn:microsoft.com/office/officeart/2005/8/layout/orgChart1"/>
    <dgm:cxn modelId="{370E1D28-E5D6-4280-9C04-F8907C95FBB2}" type="presParOf" srcId="{2BD8B3DB-E984-4307-BD6C-B71CD40E77A0}" destId="{D6B4A44A-42B3-46F5-9C7B-9F17981CED3F}" srcOrd="2" destOrd="0" presId="urn:microsoft.com/office/officeart/2005/8/layout/orgChart1"/>
    <dgm:cxn modelId="{9E8672EE-3324-4657-8929-90B7DA636CE8}" type="presParOf" srcId="{5D81DE05-4574-474E-A94C-0B7406DA427C}" destId="{83BC1D02-F70A-40E3-A7FB-6F7247884B82}" srcOrd="2" destOrd="0" presId="urn:microsoft.com/office/officeart/2005/8/layout/orgChart1"/>
    <dgm:cxn modelId="{A75468EA-E449-4F7F-B8CE-04C5CBDBD42B}" type="presParOf" srcId="{3EE09475-6D28-4B88-87F2-8ADE25681824}" destId="{CB6B0EEA-A290-4588-BC0A-4A805DC58143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7CBC95-29A4-4CC1-87E4-BA0E0F1FCD94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DCE5E3E-92A5-4624-B731-A88AC02EE65B}">
      <dgm:prSet/>
      <dgm:spPr>
        <a:solidFill>
          <a:srgbClr val="2C9AE9"/>
        </a:solidFill>
        <a:ln>
          <a:noFill/>
        </a:ln>
      </dgm:spPr>
      <dgm:t>
        <a:bodyPr/>
        <a:lstStyle/>
        <a:p>
          <a:r>
            <a:rPr lang="en-US"/>
            <a:t>Learning Paradigms</a:t>
          </a:r>
        </a:p>
      </dgm:t>
    </dgm:pt>
    <dgm:pt modelId="{A2D1F2B6-C69A-48E4-A504-A7D588A9DB1A}" type="parTrans" cxnId="{1C93C261-1D2D-4101-8D93-938B9BDAD3B1}">
      <dgm:prSet/>
      <dgm:spPr/>
      <dgm:t>
        <a:bodyPr/>
        <a:lstStyle/>
        <a:p>
          <a:endParaRPr lang="en-US"/>
        </a:p>
      </dgm:t>
    </dgm:pt>
    <dgm:pt modelId="{39DFD9C8-A296-4591-81CA-7BEC82732CD0}" type="sibTrans" cxnId="{1C93C261-1D2D-4101-8D93-938B9BDAD3B1}">
      <dgm:prSet/>
      <dgm:spPr/>
      <dgm:t>
        <a:bodyPr/>
        <a:lstStyle/>
        <a:p>
          <a:endParaRPr lang="en-US"/>
        </a:p>
      </dgm:t>
    </dgm:pt>
    <dgm:pt modelId="{03D96B4B-C108-41A5-B5F6-7835FDD8AFB3}">
      <dgm:prSet/>
      <dgm:spPr>
        <a:solidFill>
          <a:srgbClr val="2C9AE9"/>
        </a:solidFill>
        <a:ln>
          <a:noFill/>
        </a:ln>
      </dgm:spPr>
      <dgm:t>
        <a:bodyPr/>
        <a:lstStyle/>
        <a:p>
          <a:r>
            <a:rPr lang="en-US" dirty="0"/>
            <a:t>Supervised Learning</a:t>
          </a:r>
        </a:p>
      </dgm:t>
    </dgm:pt>
    <dgm:pt modelId="{78B5E93F-B167-408B-A9C6-8FE053C412C8}" type="parTrans" cxnId="{87908614-99CB-47EF-9DF1-9D6146E2AD39}">
      <dgm:prSet/>
      <dgm:spPr/>
      <dgm:t>
        <a:bodyPr/>
        <a:lstStyle/>
        <a:p>
          <a:endParaRPr lang="en-US"/>
        </a:p>
      </dgm:t>
    </dgm:pt>
    <dgm:pt modelId="{DA565974-C722-4B9D-9112-97D8E24DE908}" type="sibTrans" cxnId="{87908614-99CB-47EF-9DF1-9D6146E2AD39}">
      <dgm:prSet/>
      <dgm:spPr/>
      <dgm:t>
        <a:bodyPr/>
        <a:lstStyle/>
        <a:p>
          <a:endParaRPr lang="en-US"/>
        </a:p>
      </dgm:t>
    </dgm:pt>
    <dgm:pt modelId="{33E04882-203B-4BCB-9DBC-E0B4D344793F}">
      <dgm:prSet/>
      <dgm:spPr>
        <a:solidFill>
          <a:srgbClr val="2C9AE9"/>
        </a:solidFill>
        <a:ln>
          <a:noFill/>
        </a:ln>
      </dgm:spPr>
      <dgm:t>
        <a:bodyPr/>
        <a:lstStyle/>
        <a:p>
          <a:r>
            <a:rPr lang="en-US" dirty="0"/>
            <a:t>Unsupervised Learning</a:t>
          </a:r>
        </a:p>
      </dgm:t>
    </dgm:pt>
    <dgm:pt modelId="{9B3FC903-12BB-46BD-945E-A0D221B852DA}" type="parTrans" cxnId="{FE3F3E0B-BEE4-4C3A-9A42-A07824FCCE17}">
      <dgm:prSet/>
      <dgm:spPr/>
      <dgm:t>
        <a:bodyPr/>
        <a:lstStyle/>
        <a:p>
          <a:endParaRPr lang="en-US"/>
        </a:p>
      </dgm:t>
    </dgm:pt>
    <dgm:pt modelId="{60617BF5-CE5F-4C86-939A-D9961D5B0A02}" type="sibTrans" cxnId="{FE3F3E0B-BEE4-4C3A-9A42-A07824FCCE17}">
      <dgm:prSet/>
      <dgm:spPr/>
      <dgm:t>
        <a:bodyPr/>
        <a:lstStyle/>
        <a:p>
          <a:endParaRPr lang="en-US"/>
        </a:p>
      </dgm:t>
    </dgm:pt>
    <dgm:pt modelId="{DD266AE7-C1D7-40C3-B328-B79089F14F88}">
      <dgm:prSet/>
      <dgm:spPr>
        <a:solidFill>
          <a:srgbClr val="2C9AE9"/>
        </a:solidFill>
        <a:ln>
          <a:noFill/>
        </a:ln>
      </dgm:spPr>
      <dgm:t>
        <a:bodyPr/>
        <a:lstStyle/>
        <a:p>
          <a:r>
            <a:rPr lang="en-US" dirty="0"/>
            <a:t>Semi-Supervised Learning</a:t>
          </a:r>
        </a:p>
      </dgm:t>
    </dgm:pt>
    <dgm:pt modelId="{5CCCF6E1-BB82-4D11-B7E5-456D414CC15A}" type="parTrans" cxnId="{E0D2B3F0-1E45-4EE0-9379-4BDE6DC9DF07}">
      <dgm:prSet/>
      <dgm:spPr/>
      <dgm:t>
        <a:bodyPr/>
        <a:lstStyle/>
        <a:p>
          <a:endParaRPr lang="en-US"/>
        </a:p>
      </dgm:t>
    </dgm:pt>
    <dgm:pt modelId="{35073B53-A662-46BA-850E-7AD3C6711C01}" type="sibTrans" cxnId="{E0D2B3F0-1E45-4EE0-9379-4BDE6DC9DF07}">
      <dgm:prSet/>
      <dgm:spPr/>
      <dgm:t>
        <a:bodyPr/>
        <a:lstStyle/>
        <a:p>
          <a:endParaRPr lang="en-US"/>
        </a:p>
      </dgm:t>
    </dgm:pt>
    <dgm:pt modelId="{2A17E0A6-C317-4A9D-BC89-50A30C1B381B}">
      <dgm:prSet/>
      <dgm:spPr>
        <a:solidFill>
          <a:srgbClr val="2C9AE9"/>
        </a:solidFill>
        <a:ln>
          <a:noFill/>
        </a:ln>
      </dgm:spPr>
      <dgm:t>
        <a:bodyPr/>
        <a:lstStyle/>
        <a:p>
          <a:r>
            <a:rPr lang="en-US" dirty="0"/>
            <a:t>Reinforcement Learning (RL)</a:t>
          </a:r>
        </a:p>
      </dgm:t>
    </dgm:pt>
    <dgm:pt modelId="{D6D226BA-6267-4291-8483-9A317B4237AD}" type="parTrans" cxnId="{2457D78C-1B46-446D-B385-016F6B7737BF}">
      <dgm:prSet/>
      <dgm:spPr/>
      <dgm:t>
        <a:bodyPr/>
        <a:lstStyle/>
        <a:p>
          <a:endParaRPr lang="en-US"/>
        </a:p>
      </dgm:t>
    </dgm:pt>
    <dgm:pt modelId="{F32BA64D-14CC-4ECF-839B-7641FBE969A1}" type="sibTrans" cxnId="{2457D78C-1B46-446D-B385-016F6B7737BF}">
      <dgm:prSet/>
      <dgm:spPr/>
      <dgm:t>
        <a:bodyPr/>
        <a:lstStyle/>
        <a:p>
          <a:endParaRPr lang="en-US"/>
        </a:p>
      </dgm:t>
    </dgm:pt>
    <dgm:pt modelId="{6A9958BA-8BC8-428C-95DB-A0C9BAB1228C}" type="pres">
      <dgm:prSet presAssocID="{587CBC95-29A4-4CC1-87E4-BA0E0F1FCD94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7575FE4-F568-4059-B44E-47A1C4087F39}" type="pres">
      <dgm:prSet presAssocID="{FDCE5E3E-92A5-4624-B731-A88AC02EE65B}" presName="hierRoot1" presStyleCnt="0">
        <dgm:presLayoutVars>
          <dgm:hierBranch val="init"/>
        </dgm:presLayoutVars>
      </dgm:prSet>
      <dgm:spPr/>
    </dgm:pt>
    <dgm:pt modelId="{5EE92352-AE1A-4F54-BB55-95A8334D9401}" type="pres">
      <dgm:prSet presAssocID="{FDCE5E3E-92A5-4624-B731-A88AC02EE65B}" presName="rootComposite1" presStyleCnt="0"/>
      <dgm:spPr/>
    </dgm:pt>
    <dgm:pt modelId="{9AF61F2F-5363-44C1-8442-06BFCC8959D9}" type="pres">
      <dgm:prSet presAssocID="{FDCE5E3E-92A5-4624-B731-A88AC02EE65B}" presName="rootText1" presStyleLbl="node0" presStyleIdx="0" presStyleCnt="1">
        <dgm:presLayoutVars>
          <dgm:chPref val="3"/>
        </dgm:presLayoutVars>
      </dgm:prSet>
      <dgm:spPr/>
    </dgm:pt>
    <dgm:pt modelId="{1344FADC-9B16-47DD-BB57-3B49AB220A59}" type="pres">
      <dgm:prSet presAssocID="{FDCE5E3E-92A5-4624-B731-A88AC02EE65B}" presName="rootConnector1" presStyleLbl="node1" presStyleIdx="0" presStyleCnt="0"/>
      <dgm:spPr/>
    </dgm:pt>
    <dgm:pt modelId="{E004ECD5-D6F2-4678-8EAA-39963A1C48C7}" type="pres">
      <dgm:prSet presAssocID="{FDCE5E3E-92A5-4624-B731-A88AC02EE65B}" presName="hierChild2" presStyleCnt="0"/>
      <dgm:spPr/>
    </dgm:pt>
    <dgm:pt modelId="{56636DC6-6F26-4D05-B110-A36BC2EA119A}" type="pres">
      <dgm:prSet presAssocID="{78B5E93F-B167-408B-A9C6-8FE053C412C8}" presName="Name37" presStyleLbl="parChTrans1D2" presStyleIdx="0" presStyleCnt="4"/>
      <dgm:spPr/>
    </dgm:pt>
    <dgm:pt modelId="{7C96D240-5C15-46CB-B040-7DF08AD627F1}" type="pres">
      <dgm:prSet presAssocID="{03D96B4B-C108-41A5-B5F6-7835FDD8AFB3}" presName="hierRoot2" presStyleCnt="0">
        <dgm:presLayoutVars>
          <dgm:hierBranch val="init"/>
        </dgm:presLayoutVars>
      </dgm:prSet>
      <dgm:spPr/>
    </dgm:pt>
    <dgm:pt modelId="{F5733394-9DFB-4BD0-A0E5-5667F563F62B}" type="pres">
      <dgm:prSet presAssocID="{03D96B4B-C108-41A5-B5F6-7835FDD8AFB3}" presName="rootComposite" presStyleCnt="0"/>
      <dgm:spPr/>
    </dgm:pt>
    <dgm:pt modelId="{A15BCA3A-8221-49F9-9CCE-9417045139A5}" type="pres">
      <dgm:prSet presAssocID="{03D96B4B-C108-41A5-B5F6-7835FDD8AFB3}" presName="rootText" presStyleLbl="node2" presStyleIdx="0" presStyleCnt="4">
        <dgm:presLayoutVars>
          <dgm:chPref val="3"/>
        </dgm:presLayoutVars>
      </dgm:prSet>
      <dgm:spPr/>
    </dgm:pt>
    <dgm:pt modelId="{14F37F1E-A0B5-473D-9C69-950DF3A8460D}" type="pres">
      <dgm:prSet presAssocID="{03D96B4B-C108-41A5-B5F6-7835FDD8AFB3}" presName="rootConnector" presStyleLbl="node2" presStyleIdx="0" presStyleCnt="4"/>
      <dgm:spPr/>
    </dgm:pt>
    <dgm:pt modelId="{FA9B9742-732C-4311-A1F7-2A47CABD3190}" type="pres">
      <dgm:prSet presAssocID="{03D96B4B-C108-41A5-B5F6-7835FDD8AFB3}" presName="hierChild4" presStyleCnt="0"/>
      <dgm:spPr/>
    </dgm:pt>
    <dgm:pt modelId="{207AE47B-02AD-4B0B-A214-94A30BCA8746}" type="pres">
      <dgm:prSet presAssocID="{03D96B4B-C108-41A5-B5F6-7835FDD8AFB3}" presName="hierChild5" presStyleCnt="0"/>
      <dgm:spPr/>
    </dgm:pt>
    <dgm:pt modelId="{70749CA8-8A91-4AC3-B2CC-AB9AD290D4DB}" type="pres">
      <dgm:prSet presAssocID="{9B3FC903-12BB-46BD-945E-A0D221B852DA}" presName="Name37" presStyleLbl="parChTrans1D2" presStyleIdx="1" presStyleCnt="4"/>
      <dgm:spPr/>
    </dgm:pt>
    <dgm:pt modelId="{7ECEC4FF-D76D-41E5-9DD6-10086CF756AF}" type="pres">
      <dgm:prSet presAssocID="{33E04882-203B-4BCB-9DBC-E0B4D344793F}" presName="hierRoot2" presStyleCnt="0">
        <dgm:presLayoutVars>
          <dgm:hierBranch val="init"/>
        </dgm:presLayoutVars>
      </dgm:prSet>
      <dgm:spPr/>
    </dgm:pt>
    <dgm:pt modelId="{9688C08A-E68C-4335-A649-ED1D211AE762}" type="pres">
      <dgm:prSet presAssocID="{33E04882-203B-4BCB-9DBC-E0B4D344793F}" presName="rootComposite" presStyleCnt="0"/>
      <dgm:spPr/>
    </dgm:pt>
    <dgm:pt modelId="{B4B3CBAD-9D64-436C-A1E0-F50CB829DA8C}" type="pres">
      <dgm:prSet presAssocID="{33E04882-203B-4BCB-9DBC-E0B4D344793F}" presName="rootText" presStyleLbl="node2" presStyleIdx="1" presStyleCnt="4">
        <dgm:presLayoutVars>
          <dgm:chPref val="3"/>
        </dgm:presLayoutVars>
      </dgm:prSet>
      <dgm:spPr/>
    </dgm:pt>
    <dgm:pt modelId="{4C1BCBD1-DBF9-42BF-A678-5E1D719E2C89}" type="pres">
      <dgm:prSet presAssocID="{33E04882-203B-4BCB-9DBC-E0B4D344793F}" presName="rootConnector" presStyleLbl="node2" presStyleIdx="1" presStyleCnt="4"/>
      <dgm:spPr/>
    </dgm:pt>
    <dgm:pt modelId="{877ACDC8-603F-4156-812C-6AB1F89D0EF4}" type="pres">
      <dgm:prSet presAssocID="{33E04882-203B-4BCB-9DBC-E0B4D344793F}" presName="hierChild4" presStyleCnt="0"/>
      <dgm:spPr/>
    </dgm:pt>
    <dgm:pt modelId="{FB75E899-E208-43B7-B242-43AEF284061B}" type="pres">
      <dgm:prSet presAssocID="{33E04882-203B-4BCB-9DBC-E0B4D344793F}" presName="hierChild5" presStyleCnt="0"/>
      <dgm:spPr/>
    </dgm:pt>
    <dgm:pt modelId="{44FECF63-796A-458A-A06F-77D067EE222E}" type="pres">
      <dgm:prSet presAssocID="{5CCCF6E1-BB82-4D11-B7E5-456D414CC15A}" presName="Name37" presStyleLbl="parChTrans1D2" presStyleIdx="2" presStyleCnt="4"/>
      <dgm:spPr/>
    </dgm:pt>
    <dgm:pt modelId="{F3405AFC-AE9A-4A61-B70C-A792C456A0E7}" type="pres">
      <dgm:prSet presAssocID="{DD266AE7-C1D7-40C3-B328-B79089F14F88}" presName="hierRoot2" presStyleCnt="0">
        <dgm:presLayoutVars>
          <dgm:hierBranch val="init"/>
        </dgm:presLayoutVars>
      </dgm:prSet>
      <dgm:spPr/>
    </dgm:pt>
    <dgm:pt modelId="{CDE32B8D-A408-4CD3-A86F-CA1AFFCBB655}" type="pres">
      <dgm:prSet presAssocID="{DD266AE7-C1D7-40C3-B328-B79089F14F88}" presName="rootComposite" presStyleCnt="0"/>
      <dgm:spPr/>
    </dgm:pt>
    <dgm:pt modelId="{5A73813E-5BBA-4A95-9FDB-97C116CFC308}" type="pres">
      <dgm:prSet presAssocID="{DD266AE7-C1D7-40C3-B328-B79089F14F88}" presName="rootText" presStyleLbl="node2" presStyleIdx="2" presStyleCnt="4">
        <dgm:presLayoutVars>
          <dgm:chPref val="3"/>
        </dgm:presLayoutVars>
      </dgm:prSet>
      <dgm:spPr/>
    </dgm:pt>
    <dgm:pt modelId="{6D46CA17-0771-4903-A24F-AF16160BE80B}" type="pres">
      <dgm:prSet presAssocID="{DD266AE7-C1D7-40C3-B328-B79089F14F88}" presName="rootConnector" presStyleLbl="node2" presStyleIdx="2" presStyleCnt="4"/>
      <dgm:spPr/>
    </dgm:pt>
    <dgm:pt modelId="{9381B3A5-4505-455F-8845-989BEEFE279F}" type="pres">
      <dgm:prSet presAssocID="{DD266AE7-C1D7-40C3-B328-B79089F14F88}" presName="hierChild4" presStyleCnt="0"/>
      <dgm:spPr/>
    </dgm:pt>
    <dgm:pt modelId="{C100305E-B31D-44FA-B6F6-3394FC78DCFC}" type="pres">
      <dgm:prSet presAssocID="{DD266AE7-C1D7-40C3-B328-B79089F14F88}" presName="hierChild5" presStyleCnt="0"/>
      <dgm:spPr/>
    </dgm:pt>
    <dgm:pt modelId="{3E8FDAD7-8CA4-4A3E-92A5-B93FD92E1866}" type="pres">
      <dgm:prSet presAssocID="{D6D226BA-6267-4291-8483-9A317B4237AD}" presName="Name37" presStyleLbl="parChTrans1D2" presStyleIdx="3" presStyleCnt="4"/>
      <dgm:spPr/>
    </dgm:pt>
    <dgm:pt modelId="{62A9DF54-16F8-406E-988F-225CE662422E}" type="pres">
      <dgm:prSet presAssocID="{2A17E0A6-C317-4A9D-BC89-50A30C1B381B}" presName="hierRoot2" presStyleCnt="0">
        <dgm:presLayoutVars>
          <dgm:hierBranch val="init"/>
        </dgm:presLayoutVars>
      </dgm:prSet>
      <dgm:spPr/>
    </dgm:pt>
    <dgm:pt modelId="{1C26C34B-1C85-4A7A-BE7F-C3386E259A6C}" type="pres">
      <dgm:prSet presAssocID="{2A17E0A6-C317-4A9D-BC89-50A30C1B381B}" presName="rootComposite" presStyleCnt="0"/>
      <dgm:spPr/>
    </dgm:pt>
    <dgm:pt modelId="{C5CE38CF-B2E4-4EA8-B3B0-7A70E8ADAE17}" type="pres">
      <dgm:prSet presAssocID="{2A17E0A6-C317-4A9D-BC89-50A30C1B381B}" presName="rootText" presStyleLbl="node2" presStyleIdx="3" presStyleCnt="4">
        <dgm:presLayoutVars>
          <dgm:chPref val="3"/>
        </dgm:presLayoutVars>
      </dgm:prSet>
      <dgm:spPr/>
    </dgm:pt>
    <dgm:pt modelId="{D8604BFA-F922-464D-BB41-3CAAB2DBCB62}" type="pres">
      <dgm:prSet presAssocID="{2A17E0A6-C317-4A9D-BC89-50A30C1B381B}" presName="rootConnector" presStyleLbl="node2" presStyleIdx="3" presStyleCnt="4"/>
      <dgm:spPr/>
    </dgm:pt>
    <dgm:pt modelId="{85184113-AD98-4345-9EE9-F835A785965E}" type="pres">
      <dgm:prSet presAssocID="{2A17E0A6-C317-4A9D-BC89-50A30C1B381B}" presName="hierChild4" presStyleCnt="0"/>
      <dgm:spPr/>
    </dgm:pt>
    <dgm:pt modelId="{095A246C-DB33-4A2A-9B6C-0441C66F68BD}" type="pres">
      <dgm:prSet presAssocID="{2A17E0A6-C317-4A9D-BC89-50A30C1B381B}" presName="hierChild5" presStyleCnt="0"/>
      <dgm:spPr/>
    </dgm:pt>
    <dgm:pt modelId="{4597B71D-ABC7-401F-9D69-999E305880F2}" type="pres">
      <dgm:prSet presAssocID="{FDCE5E3E-92A5-4624-B731-A88AC02EE65B}" presName="hierChild3" presStyleCnt="0"/>
      <dgm:spPr/>
    </dgm:pt>
  </dgm:ptLst>
  <dgm:cxnLst>
    <dgm:cxn modelId="{1597BA02-F756-429E-AC27-7813948768F2}" type="presOf" srcId="{78B5E93F-B167-408B-A9C6-8FE053C412C8}" destId="{56636DC6-6F26-4D05-B110-A36BC2EA119A}" srcOrd="0" destOrd="0" presId="urn:microsoft.com/office/officeart/2005/8/layout/orgChart1"/>
    <dgm:cxn modelId="{FE3F3E0B-BEE4-4C3A-9A42-A07824FCCE17}" srcId="{FDCE5E3E-92A5-4624-B731-A88AC02EE65B}" destId="{33E04882-203B-4BCB-9DBC-E0B4D344793F}" srcOrd="1" destOrd="0" parTransId="{9B3FC903-12BB-46BD-945E-A0D221B852DA}" sibTransId="{60617BF5-CE5F-4C86-939A-D9961D5B0A02}"/>
    <dgm:cxn modelId="{DE306C0D-0C2D-430A-874E-CC82EAAE25CD}" type="presOf" srcId="{587CBC95-29A4-4CC1-87E4-BA0E0F1FCD94}" destId="{6A9958BA-8BC8-428C-95DB-A0C9BAB1228C}" srcOrd="0" destOrd="0" presId="urn:microsoft.com/office/officeart/2005/8/layout/orgChart1"/>
    <dgm:cxn modelId="{87908614-99CB-47EF-9DF1-9D6146E2AD39}" srcId="{FDCE5E3E-92A5-4624-B731-A88AC02EE65B}" destId="{03D96B4B-C108-41A5-B5F6-7835FDD8AFB3}" srcOrd="0" destOrd="0" parTransId="{78B5E93F-B167-408B-A9C6-8FE053C412C8}" sibTransId="{DA565974-C722-4B9D-9112-97D8E24DE908}"/>
    <dgm:cxn modelId="{13AD8F27-15CE-40B3-AE7F-16C7DFD65A9A}" type="presOf" srcId="{9B3FC903-12BB-46BD-945E-A0D221B852DA}" destId="{70749CA8-8A91-4AC3-B2CC-AB9AD290D4DB}" srcOrd="0" destOrd="0" presId="urn:microsoft.com/office/officeart/2005/8/layout/orgChart1"/>
    <dgm:cxn modelId="{F0AE3136-1C85-404A-84DE-D130A9A856EF}" type="presOf" srcId="{D6D226BA-6267-4291-8483-9A317B4237AD}" destId="{3E8FDAD7-8CA4-4A3E-92A5-B93FD92E1866}" srcOrd="0" destOrd="0" presId="urn:microsoft.com/office/officeart/2005/8/layout/orgChart1"/>
    <dgm:cxn modelId="{1C93C261-1D2D-4101-8D93-938B9BDAD3B1}" srcId="{587CBC95-29A4-4CC1-87E4-BA0E0F1FCD94}" destId="{FDCE5E3E-92A5-4624-B731-A88AC02EE65B}" srcOrd="0" destOrd="0" parTransId="{A2D1F2B6-C69A-48E4-A504-A7D588A9DB1A}" sibTransId="{39DFD9C8-A296-4591-81CA-7BEC82732CD0}"/>
    <dgm:cxn modelId="{78D15F4A-F0B6-4028-B3DC-10AFC911DA78}" type="presOf" srcId="{2A17E0A6-C317-4A9D-BC89-50A30C1B381B}" destId="{D8604BFA-F922-464D-BB41-3CAAB2DBCB62}" srcOrd="1" destOrd="0" presId="urn:microsoft.com/office/officeart/2005/8/layout/orgChart1"/>
    <dgm:cxn modelId="{BF17E770-C05E-49C3-BC8D-A612BF7C2D35}" type="presOf" srcId="{FDCE5E3E-92A5-4624-B731-A88AC02EE65B}" destId="{9AF61F2F-5363-44C1-8442-06BFCC8959D9}" srcOrd="0" destOrd="0" presId="urn:microsoft.com/office/officeart/2005/8/layout/orgChart1"/>
    <dgm:cxn modelId="{6F688C52-5ACC-4DD7-88DC-162B7F24069E}" type="presOf" srcId="{2A17E0A6-C317-4A9D-BC89-50A30C1B381B}" destId="{C5CE38CF-B2E4-4EA8-B3B0-7A70E8ADAE17}" srcOrd="0" destOrd="0" presId="urn:microsoft.com/office/officeart/2005/8/layout/orgChart1"/>
    <dgm:cxn modelId="{BCF63D79-479D-47D2-90E9-BD0AE53D1080}" type="presOf" srcId="{03D96B4B-C108-41A5-B5F6-7835FDD8AFB3}" destId="{A15BCA3A-8221-49F9-9CCE-9417045139A5}" srcOrd="0" destOrd="0" presId="urn:microsoft.com/office/officeart/2005/8/layout/orgChart1"/>
    <dgm:cxn modelId="{FF68BB89-4F07-42CE-9CD7-9C589EEF7EEF}" type="presOf" srcId="{33E04882-203B-4BCB-9DBC-E0B4D344793F}" destId="{4C1BCBD1-DBF9-42BF-A678-5E1D719E2C89}" srcOrd="1" destOrd="0" presId="urn:microsoft.com/office/officeart/2005/8/layout/orgChart1"/>
    <dgm:cxn modelId="{2457D78C-1B46-446D-B385-016F6B7737BF}" srcId="{FDCE5E3E-92A5-4624-B731-A88AC02EE65B}" destId="{2A17E0A6-C317-4A9D-BC89-50A30C1B381B}" srcOrd="3" destOrd="0" parTransId="{D6D226BA-6267-4291-8483-9A317B4237AD}" sibTransId="{F32BA64D-14CC-4ECF-839B-7641FBE969A1}"/>
    <dgm:cxn modelId="{E164AFB3-7455-427F-AC1A-7EFC8A9CF7B0}" type="presOf" srcId="{33E04882-203B-4BCB-9DBC-E0B4D344793F}" destId="{B4B3CBAD-9D64-436C-A1E0-F50CB829DA8C}" srcOrd="0" destOrd="0" presId="urn:microsoft.com/office/officeart/2005/8/layout/orgChart1"/>
    <dgm:cxn modelId="{BEBA07B9-F178-4AA4-B8B6-D193CE84FE25}" type="presOf" srcId="{FDCE5E3E-92A5-4624-B731-A88AC02EE65B}" destId="{1344FADC-9B16-47DD-BB57-3B49AB220A59}" srcOrd="1" destOrd="0" presId="urn:microsoft.com/office/officeart/2005/8/layout/orgChart1"/>
    <dgm:cxn modelId="{8CEF77C2-F5D1-4DD8-A0BD-D34B3703FBEC}" type="presOf" srcId="{03D96B4B-C108-41A5-B5F6-7835FDD8AFB3}" destId="{14F37F1E-A0B5-473D-9C69-950DF3A8460D}" srcOrd="1" destOrd="0" presId="urn:microsoft.com/office/officeart/2005/8/layout/orgChart1"/>
    <dgm:cxn modelId="{CF3EBAD1-3BDA-482B-A202-B3380BBF405B}" type="presOf" srcId="{5CCCF6E1-BB82-4D11-B7E5-456D414CC15A}" destId="{44FECF63-796A-458A-A06F-77D067EE222E}" srcOrd="0" destOrd="0" presId="urn:microsoft.com/office/officeart/2005/8/layout/orgChart1"/>
    <dgm:cxn modelId="{E0D2B3F0-1E45-4EE0-9379-4BDE6DC9DF07}" srcId="{FDCE5E3E-92A5-4624-B731-A88AC02EE65B}" destId="{DD266AE7-C1D7-40C3-B328-B79089F14F88}" srcOrd="2" destOrd="0" parTransId="{5CCCF6E1-BB82-4D11-B7E5-456D414CC15A}" sibTransId="{35073B53-A662-46BA-850E-7AD3C6711C01}"/>
    <dgm:cxn modelId="{6CCAEBF5-94F0-485C-99CF-3F8CBB96248F}" type="presOf" srcId="{DD266AE7-C1D7-40C3-B328-B79089F14F88}" destId="{6D46CA17-0771-4903-A24F-AF16160BE80B}" srcOrd="1" destOrd="0" presId="urn:microsoft.com/office/officeart/2005/8/layout/orgChart1"/>
    <dgm:cxn modelId="{41EF23F7-EE97-4E14-B199-46F8A3F0F3BA}" type="presOf" srcId="{DD266AE7-C1D7-40C3-B328-B79089F14F88}" destId="{5A73813E-5BBA-4A95-9FDB-97C116CFC308}" srcOrd="0" destOrd="0" presId="urn:microsoft.com/office/officeart/2005/8/layout/orgChart1"/>
    <dgm:cxn modelId="{536A1F86-4B90-4AA9-98F7-4CD6FEAF0BC8}" type="presParOf" srcId="{6A9958BA-8BC8-428C-95DB-A0C9BAB1228C}" destId="{57575FE4-F568-4059-B44E-47A1C4087F39}" srcOrd="0" destOrd="0" presId="urn:microsoft.com/office/officeart/2005/8/layout/orgChart1"/>
    <dgm:cxn modelId="{9DC74B08-B580-4497-8AA9-3B259B5D48E4}" type="presParOf" srcId="{57575FE4-F568-4059-B44E-47A1C4087F39}" destId="{5EE92352-AE1A-4F54-BB55-95A8334D9401}" srcOrd="0" destOrd="0" presId="urn:microsoft.com/office/officeart/2005/8/layout/orgChart1"/>
    <dgm:cxn modelId="{FFA24455-55E2-447B-94DB-16301735704F}" type="presParOf" srcId="{5EE92352-AE1A-4F54-BB55-95A8334D9401}" destId="{9AF61F2F-5363-44C1-8442-06BFCC8959D9}" srcOrd="0" destOrd="0" presId="urn:microsoft.com/office/officeart/2005/8/layout/orgChart1"/>
    <dgm:cxn modelId="{D224DCF7-1D4F-44D7-83C7-D54902915821}" type="presParOf" srcId="{5EE92352-AE1A-4F54-BB55-95A8334D9401}" destId="{1344FADC-9B16-47DD-BB57-3B49AB220A59}" srcOrd="1" destOrd="0" presId="urn:microsoft.com/office/officeart/2005/8/layout/orgChart1"/>
    <dgm:cxn modelId="{FE41B7FE-04F1-4996-8DDB-ED9D8304D904}" type="presParOf" srcId="{57575FE4-F568-4059-B44E-47A1C4087F39}" destId="{E004ECD5-D6F2-4678-8EAA-39963A1C48C7}" srcOrd="1" destOrd="0" presId="urn:microsoft.com/office/officeart/2005/8/layout/orgChart1"/>
    <dgm:cxn modelId="{755E3513-3C44-418F-BD8C-1EED49B84C78}" type="presParOf" srcId="{E004ECD5-D6F2-4678-8EAA-39963A1C48C7}" destId="{56636DC6-6F26-4D05-B110-A36BC2EA119A}" srcOrd="0" destOrd="0" presId="urn:microsoft.com/office/officeart/2005/8/layout/orgChart1"/>
    <dgm:cxn modelId="{AD9D1EDB-84CE-40F7-8237-4F9958B80DA8}" type="presParOf" srcId="{E004ECD5-D6F2-4678-8EAA-39963A1C48C7}" destId="{7C96D240-5C15-46CB-B040-7DF08AD627F1}" srcOrd="1" destOrd="0" presId="urn:microsoft.com/office/officeart/2005/8/layout/orgChart1"/>
    <dgm:cxn modelId="{F78B0B5F-17E8-4CF7-A2F2-5FCD89A2C046}" type="presParOf" srcId="{7C96D240-5C15-46CB-B040-7DF08AD627F1}" destId="{F5733394-9DFB-4BD0-A0E5-5667F563F62B}" srcOrd="0" destOrd="0" presId="urn:microsoft.com/office/officeart/2005/8/layout/orgChart1"/>
    <dgm:cxn modelId="{5D58DA23-9D74-4B7D-BD1E-A6879A9EE2F8}" type="presParOf" srcId="{F5733394-9DFB-4BD0-A0E5-5667F563F62B}" destId="{A15BCA3A-8221-49F9-9CCE-9417045139A5}" srcOrd="0" destOrd="0" presId="urn:microsoft.com/office/officeart/2005/8/layout/orgChart1"/>
    <dgm:cxn modelId="{F81386B5-4D81-4087-A30D-3D81BBC55AA4}" type="presParOf" srcId="{F5733394-9DFB-4BD0-A0E5-5667F563F62B}" destId="{14F37F1E-A0B5-473D-9C69-950DF3A8460D}" srcOrd="1" destOrd="0" presId="urn:microsoft.com/office/officeart/2005/8/layout/orgChart1"/>
    <dgm:cxn modelId="{A80FBCE0-83F9-420B-8CF6-013FC1222186}" type="presParOf" srcId="{7C96D240-5C15-46CB-B040-7DF08AD627F1}" destId="{FA9B9742-732C-4311-A1F7-2A47CABD3190}" srcOrd="1" destOrd="0" presId="urn:microsoft.com/office/officeart/2005/8/layout/orgChart1"/>
    <dgm:cxn modelId="{FB23C447-F1CB-4503-85B0-065864FD9F49}" type="presParOf" srcId="{7C96D240-5C15-46CB-B040-7DF08AD627F1}" destId="{207AE47B-02AD-4B0B-A214-94A30BCA8746}" srcOrd="2" destOrd="0" presId="urn:microsoft.com/office/officeart/2005/8/layout/orgChart1"/>
    <dgm:cxn modelId="{ACEF5D89-949C-438F-B2FE-E0AC7245F013}" type="presParOf" srcId="{E004ECD5-D6F2-4678-8EAA-39963A1C48C7}" destId="{70749CA8-8A91-4AC3-B2CC-AB9AD290D4DB}" srcOrd="2" destOrd="0" presId="urn:microsoft.com/office/officeart/2005/8/layout/orgChart1"/>
    <dgm:cxn modelId="{B7C06499-E4D6-40E7-8156-069C9854CE6B}" type="presParOf" srcId="{E004ECD5-D6F2-4678-8EAA-39963A1C48C7}" destId="{7ECEC4FF-D76D-41E5-9DD6-10086CF756AF}" srcOrd="3" destOrd="0" presId="urn:microsoft.com/office/officeart/2005/8/layout/orgChart1"/>
    <dgm:cxn modelId="{5C083B44-203B-4B10-9A95-C3F6B94D053C}" type="presParOf" srcId="{7ECEC4FF-D76D-41E5-9DD6-10086CF756AF}" destId="{9688C08A-E68C-4335-A649-ED1D211AE762}" srcOrd="0" destOrd="0" presId="urn:microsoft.com/office/officeart/2005/8/layout/orgChart1"/>
    <dgm:cxn modelId="{39853F99-57C8-4E05-A1DA-01E8D88EC4ED}" type="presParOf" srcId="{9688C08A-E68C-4335-A649-ED1D211AE762}" destId="{B4B3CBAD-9D64-436C-A1E0-F50CB829DA8C}" srcOrd="0" destOrd="0" presId="urn:microsoft.com/office/officeart/2005/8/layout/orgChart1"/>
    <dgm:cxn modelId="{695D1C38-F14D-4B4F-8752-C4B7E314EBEF}" type="presParOf" srcId="{9688C08A-E68C-4335-A649-ED1D211AE762}" destId="{4C1BCBD1-DBF9-42BF-A678-5E1D719E2C89}" srcOrd="1" destOrd="0" presId="urn:microsoft.com/office/officeart/2005/8/layout/orgChart1"/>
    <dgm:cxn modelId="{0782C42D-4C6B-4DDB-89DE-A4614590F50E}" type="presParOf" srcId="{7ECEC4FF-D76D-41E5-9DD6-10086CF756AF}" destId="{877ACDC8-603F-4156-812C-6AB1F89D0EF4}" srcOrd="1" destOrd="0" presId="urn:microsoft.com/office/officeart/2005/8/layout/orgChart1"/>
    <dgm:cxn modelId="{93D099E0-FF44-49D0-8A8A-3B20B8D2C0C4}" type="presParOf" srcId="{7ECEC4FF-D76D-41E5-9DD6-10086CF756AF}" destId="{FB75E899-E208-43B7-B242-43AEF284061B}" srcOrd="2" destOrd="0" presId="urn:microsoft.com/office/officeart/2005/8/layout/orgChart1"/>
    <dgm:cxn modelId="{1DEE0640-8CB9-477C-97BE-40A3218A657C}" type="presParOf" srcId="{E004ECD5-D6F2-4678-8EAA-39963A1C48C7}" destId="{44FECF63-796A-458A-A06F-77D067EE222E}" srcOrd="4" destOrd="0" presId="urn:microsoft.com/office/officeart/2005/8/layout/orgChart1"/>
    <dgm:cxn modelId="{E22C67EB-967D-40A3-BE9D-E148FB4B3044}" type="presParOf" srcId="{E004ECD5-D6F2-4678-8EAA-39963A1C48C7}" destId="{F3405AFC-AE9A-4A61-B70C-A792C456A0E7}" srcOrd="5" destOrd="0" presId="urn:microsoft.com/office/officeart/2005/8/layout/orgChart1"/>
    <dgm:cxn modelId="{4A638CFC-CD7F-412B-99AB-D9DDE7EF9C4B}" type="presParOf" srcId="{F3405AFC-AE9A-4A61-B70C-A792C456A0E7}" destId="{CDE32B8D-A408-4CD3-A86F-CA1AFFCBB655}" srcOrd="0" destOrd="0" presId="urn:microsoft.com/office/officeart/2005/8/layout/orgChart1"/>
    <dgm:cxn modelId="{6618DC22-64C2-4AA0-A37F-4577BE55A4F5}" type="presParOf" srcId="{CDE32B8D-A408-4CD3-A86F-CA1AFFCBB655}" destId="{5A73813E-5BBA-4A95-9FDB-97C116CFC308}" srcOrd="0" destOrd="0" presId="urn:microsoft.com/office/officeart/2005/8/layout/orgChart1"/>
    <dgm:cxn modelId="{7DD47636-29F1-49C8-9BC0-73F0561A866B}" type="presParOf" srcId="{CDE32B8D-A408-4CD3-A86F-CA1AFFCBB655}" destId="{6D46CA17-0771-4903-A24F-AF16160BE80B}" srcOrd="1" destOrd="0" presId="urn:microsoft.com/office/officeart/2005/8/layout/orgChart1"/>
    <dgm:cxn modelId="{3281D0C7-1ECC-4370-9DD3-852A068C1EEE}" type="presParOf" srcId="{F3405AFC-AE9A-4A61-B70C-A792C456A0E7}" destId="{9381B3A5-4505-455F-8845-989BEEFE279F}" srcOrd="1" destOrd="0" presId="urn:microsoft.com/office/officeart/2005/8/layout/orgChart1"/>
    <dgm:cxn modelId="{7167496E-7BA4-4FA4-AEAD-6153E928CA0F}" type="presParOf" srcId="{F3405AFC-AE9A-4A61-B70C-A792C456A0E7}" destId="{C100305E-B31D-44FA-B6F6-3394FC78DCFC}" srcOrd="2" destOrd="0" presId="urn:microsoft.com/office/officeart/2005/8/layout/orgChart1"/>
    <dgm:cxn modelId="{E058F65C-9ED9-4322-81ED-74ADFE391D65}" type="presParOf" srcId="{E004ECD5-D6F2-4678-8EAA-39963A1C48C7}" destId="{3E8FDAD7-8CA4-4A3E-92A5-B93FD92E1866}" srcOrd="6" destOrd="0" presId="urn:microsoft.com/office/officeart/2005/8/layout/orgChart1"/>
    <dgm:cxn modelId="{CAE6E1B6-9FC9-43CA-AB55-16A2468A382E}" type="presParOf" srcId="{E004ECD5-D6F2-4678-8EAA-39963A1C48C7}" destId="{62A9DF54-16F8-406E-988F-225CE662422E}" srcOrd="7" destOrd="0" presId="urn:microsoft.com/office/officeart/2005/8/layout/orgChart1"/>
    <dgm:cxn modelId="{1A6F7E2F-074B-41BA-82F5-4FADD2A534A3}" type="presParOf" srcId="{62A9DF54-16F8-406E-988F-225CE662422E}" destId="{1C26C34B-1C85-4A7A-BE7F-C3386E259A6C}" srcOrd="0" destOrd="0" presId="urn:microsoft.com/office/officeart/2005/8/layout/orgChart1"/>
    <dgm:cxn modelId="{112C4A65-A386-448D-BF27-408BE95C02D2}" type="presParOf" srcId="{1C26C34B-1C85-4A7A-BE7F-C3386E259A6C}" destId="{C5CE38CF-B2E4-4EA8-B3B0-7A70E8ADAE17}" srcOrd="0" destOrd="0" presId="urn:microsoft.com/office/officeart/2005/8/layout/orgChart1"/>
    <dgm:cxn modelId="{6280C847-98DD-40AE-A27B-4CC197E3A3A9}" type="presParOf" srcId="{1C26C34B-1C85-4A7A-BE7F-C3386E259A6C}" destId="{D8604BFA-F922-464D-BB41-3CAAB2DBCB62}" srcOrd="1" destOrd="0" presId="urn:microsoft.com/office/officeart/2005/8/layout/orgChart1"/>
    <dgm:cxn modelId="{E0E0D655-C1EE-4D01-9686-5507BEC18158}" type="presParOf" srcId="{62A9DF54-16F8-406E-988F-225CE662422E}" destId="{85184113-AD98-4345-9EE9-F835A785965E}" srcOrd="1" destOrd="0" presId="urn:microsoft.com/office/officeart/2005/8/layout/orgChart1"/>
    <dgm:cxn modelId="{2879AD44-3191-450F-8800-F0C0974DCA52}" type="presParOf" srcId="{62A9DF54-16F8-406E-988F-225CE662422E}" destId="{095A246C-DB33-4A2A-9B6C-0441C66F68BD}" srcOrd="2" destOrd="0" presId="urn:microsoft.com/office/officeart/2005/8/layout/orgChart1"/>
    <dgm:cxn modelId="{662FDDDC-ACEA-49F4-8166-FF6958308258}" type="presParOf" srcId="{57575FE4-F568-4059-B44E-47A1C4087F39}" destId="{4597B71D-ABC7-401F-9D69-999E305880F2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063D6D7-6E35-4670-AE29-E1CC96F64A3D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441FA4F-3C65-4CC9-B841-9B98A13C0AC0}">
      <dgm:prSet/>
      <dgm:spPr>
        <a:solidFill>
          <a:srgbClr val="2C9AE9"/>
        </a:solidFill>
        <a:ln>
          <a:noFill/>
        </a:ln>
      </dgm:spPr>
      <dgm:t>
        <a:bodyPr/>
        <a:lstStyle/>
        <a:p>
          <a:r>
            <a:rPr lang="en-US" dirty="0"/>
            <a:t>Learning Paradigms</a:t>
          </a:r>
        </a:p>
      </dgm:t>
    </dgm:pt>
    <dgm:pt modelId="{1D6DEC3A-2BB9-403C-A080-BF6746610BF2}" type="parTrans" cxnId="{3F80E3F9-3ADE-4CBF-A8CC-FB0E0596E39A}">
      <dgm:prSet/>
      <dgm:spPr/>
      <dgm:t>
        <a:bodyPr/>
        <a:lstStyle/>
        <a:p>
          <a:endParaRPr lang="en-US"/>
        </a:p>
      </dgm:t>
    </dgm:pt>
    <dgm:pt modelId="{640F7A59-7334-4450-8AFC-62A78AEE02DF}" type="sibTrans" cxnId="{3F80E3F9-3ADE-4CBF-A8CC-FB0E0596E39A}">
      <dgm:prSet/>
      <dgm:spPr/>
      <dgm:t>
        <a:bodyPr/>
        <a:lstStyle/>
        <a:p>
          <a:endParaRPr lang="en-US"/>
        </a:p>
      </dgm:t>
    </dgm:pt>
    <dgm:pt modelId="{C134018F-1C37-400B-8D3F-CF98E800C815}">
      <dgm:prSet/>
      <dgm:spPr>
        <a:solidFill>
          <a:srgbClr val="2C9AE9"/>
        </a:solidFill>
        <a:ln>
          <a:noFill/>
        </a:ln>
      </dgm:spPr>
      <dgm:t>
        <a:bodyPr/>
        <a:lstStyle/>
        <a:p>
          <a:r>
            <a:rPr lang="en-US"/>
            <a:t>Supervised Learning</a:t>
          </a:r>
        </a:p>
      </dgm:t>
    </dgm:pt>
    <dgm:pt modelId="{282FE27E-7DE4-440B-90FE-95F719667578}" type="parTrans" cxnId="{E14D7CDA-8990-421A-B6A7-BEB22EF89E3D}">
      <dgm:prSet/>
      <dgm:spPr/>
      <dgm:t>
        <a:bodyPr/>
        <a:lstStyle/>
        <a:p>
          <a:endParaRPr lang="en-US"/>
        </a:p>
      </dgm:t>
    </dgm:pt>
    <dgm:pt modelId="{3383F689-7BE7-4358-BF77-1A59F6BF8476}" type="sibTrans" cxnId="{E14D7CDA-8990-421A-B6A7-BEB22EF89E3D}">
      <dgm:prSet/>
      <dgm:spPr/>
      <dgm:t>
        <a:bodyPr/>
        <a:lstStyle/>
        <a:p>
          <a:endParaRPr lang="en-US"/>
        </a:p>
      </dgm:t>
    </dgm:pt>
    <dgm:pt modelId="{C717337A-49E5-4E85-ABBF-3AA5B0679EDE}">
      <dgm:prSet/>
      <dgm:spPr>
        <a:solidFill>
          <a:srgbClr val="2C9AE9"/>
        </a:solidFill>
        <a:ln>
          <a:noFill/>
        </a:ln>
      </dgm:spPr>
      <dgm:t>
        <a:bodyPr/>
        <a:lstStyle/>
        <a:p>
          <a:r>
            <a:rPr lang="en-US"/>
            <a:t>Classification</a:t>
          </a:r>
        </a:p>
      </dgm:t>
    </dgm:pt>
    <dgm:pt modelId="{7190BF51-39E0-4690-A6B1-0B221944DFF8}" type="parTrans" cxnId="{8CACC83C-71C4-4E5F-A74F-7DE4125201A7}">
      <dgm:prSet/>
      <dgm:spPr/>
      <dgm:t>
        <a:bodyPr/>
        <a:lstStyle/>
        <a:p>
          <a:endParaRPr lang="en-US"/>
        </a:p>
      </dgm:t>
    </dgm:pt>
    <dgm:pt modelId="{39DC6FB6-9C10-4895-A4BD-885D4EB8BE8C}" type="sibTrans" cxnId="{8CACC83C-71C4-4E5F-A74F-7DE4125201A7}">
      <dgm:prSet/>
      <dgm:spPr/>
      <dgm:t>
        <a:bodyPr/>
        <a:lstStyle/>
        <a:p>
          <a:endParaRPr lang="en-US"/>
        </a:p>
      </dgm:t>
    </dgm:pt>
    <dgm:pt modelId="{07956179-DA38-404B-9086-03AE8BF4C99A}">
      <dgm:prSet/>
      <dgm:spPr>
        <a:solidFill>
          <a:srgbClr val="2C9AE9"/>
        </a:solidFill>
        <a:ln>
          <a:noFill/>
        </a:ln>
      </dgm:spPr>
      <dgm:t>
        <a:bodyPr/>
        <a:lstStyle/>
        <a:p>
          <a:r>
            <a:rPr lang="en-US"/>
            <a:t>Regression</a:t>
          </a:r>
        </a:p>
      </dgm:t>
    </dgm:pt>
    <dgm:pt modelId="{2624EBB6-2B53-49D1-B348-2C7EEFDA3F0F}" type="parTrans" cxnId="{306ACFEC-97E2-459F-BBDE-8B8A18F78EDC}">
      <dgm:prSet/>
      <dgm:spPr/>
      <dgm:t>
        <a:bodyPr/>
        <a:lstStyle/>
        <a:p>
          <a:endParaRPr lang="en-US"/>
        </a:p>
      </dgm:t>
    </dgm:pt>
    <dgm:pt modelId="{E41BEC85-A20A-4C7F-98B7-4C49731A9459}" type="sibTrans" cxnId="{306ACFEC-97E2-459F-BBDE-8B8A18F78EDC}">
      <dgm:prSet/>
      <dgm:spPr/>
      <dgm:t>
        <a:bodyPr/>
        <a:lstStyle/>
        <a:p>
          <a:endParaRPr lang="en-US"/>
        </a:p>
      </dgm:t>
    </dgm:pt>
    <dgm:pt modelId="{DAF70EEB-7113-45EE-A770-E54C04D1C4A9}">
      <dgm:prSet/>
      <dgm:spPr>
        <a:solidFill>
          <a:srgbClr val="2C9AE9"/>
        </a:solidFill>
        <a:ln>
          <a:noFill/>
        </a:ln>
      </dgm:spPr>
      <dgm:t>
        <a:bodyPr/>
        <a:lstStyle/>
        <a:p>
          <a:r>
            <a:rPr lang="en-US"/>
            <a:t>Unsupervised Learning</a:t>
          </a:r>
        </a:p>
      </dgm:t>
    </dgm:pt>
    <dgm:pt modelId="{985F12D9-83F2-4426-86D4-CB8EDCD19A00}" type="parTrans" cxnId="{495CF23F-7345-4835-B81C-E60B703952C6}">
      <dgm:prSet/>
      <dgm:spPr/>
      <dgm:t>
        <a:bodyPr/>
        <a:lstStyle/>
        <a:p>
          <a:endParaRPr lang="en-US"/>
        </a:p>
      </dgm:t>
    </dgm:pt>
    <dgm:pt modelId="{4CC14ACD-CAFC-4A2C-91B8-EA169CAD902F}" type="sibTrans" cxnId="{495CF23F-7345-4835-B81C-E60B703952C6}">
      <dgm:prSet/>
      <dgm:spPr/>
      <dgm:t>
        <a:bodyPr/>
        <a:lstStyle/>
        <a:p>
          <a:endParaRPr lang="en-US"/>
        </a:p>
      </dgm:t>
    </dgm:pt>
    <dgm:pt modelId="{8DF0A7F6-C84E-499D-BDC5-2BCF2D873C1B}">
      <dgm:prSet/>
      <dgm:spPr>
        <a:solidFill>
          <a:srgbClr val="2C9AE9"/>
        </a:solidFill>
        <a:ln>
          <a:noFill/>
        </a:ln>
      </dgm:spPr>
      <dgm:t>
        <a:bodyPr/>
        <a:lstStyle/>
        <a:p>
          <a:r>
            <a:rPr lang="en-US"/>
            <a:t>Clustering</a:t>
          </a:r>
        </a:p>
      </dgm:t>
    </dgm:pt>
    <dgm:pt modelId="{556EA6BC-7DE7-498D-BEFC-6EFABFBA928A}" type="parTrans" cxnId="{F6EB70DA-5F5E-4E29-83F0-DA7962EFB7FB}">
      <dgm:prSet/>
      <dgm:spPr/>
      <dgm:t>
        <a:bodyPr/>
        <a:lstStyle/>
        <a:p>
          <a:endParaRPr lang="en-US"/>
        </a:p>
      </dgm:t>
    </dgm:pt>
    <dgm:pt modelId="{58E77E42-D21C-4BA0-ABFB-5CD2D03A0612}" type="sibTrans" cxnId="{F6EB70DA-5F5E-4E29-83F0-DA7962EFB7FB}">
      <dgm:prSet/>
      <dgm:spPr/>
      <dgm:t>
        <a:bodyPr/>
        <a:lstStyle/>
        <a:p>
          <a:endParaRPr lang="en-US"/>
        </a:p>
      </dgm:t>
    </dgm:pt>
    <dgm:pt modelId="{98214AE9-E9EE-40EC-B1F7-D484AA77A87E}">
      <dgm:prSet/>
      <dgm:spPr>
        <a:solidFill>
          <a:srgbClr val="2C9AE9"/>
        </a:solidFill>
        <a:ln>
          <a:noFill/>
        </a:ln>
      </dgm:spPr>
      <dgm:t>
        <a:bodyPr/>
        <a:lstStyle/>
        <a:p>
          <a:r>
            <a:rPr lang="en-US"/>
            <a:t>Association</a:t>
          </a:r>
        </a:p>
      </dgm:t>
    </dgm:pt>
    <dgm:pt modelId="{9683E7F4-5288-4C2D-90C6-2DD56DA15CE7}" type="parTrans" cxnId="{57592A51-9236-49C0-A31D-C35D5CA2DFB0}">
      <dgm:prSet/>
      <dgm:spPr/>
      <dgm:t>
        <a:bodyPr/>
        <a:lstStyle/>
        <a:p>
          <a:endParaRPr lang="en-US"/>
        </a:p>
      </dgm:t>
    </dgm:pt>
    <dgm:pt modelId="{364B66B0-0C43-45A3-8EB6-70321CFA2341}" type="sibTrans" cxnId="{57592A51-9236-49C0-A31D-C35D5CA2DFB0}">
      <dgm:prSet/>
      <dgm:spPr/>
      <dgm:t>
        <a:bodyPr/>
        <a:lstStyle/>
        <a:p>
          <a:endParaRPr lang="en-US"/>
        </a:p>
      </dgm:t>
    </dgm:pt>
    <dgm:pt modelId="{8498CEB0-3494-4044-8A54-8F9B5B1D3A4C}">
      <dgm:prSet/>
      <dgm:spPr>
        <a:solidFill>
          <a:srgbClr val="2C9AE9"/>
        </a:solidFill>
        <a:ln>
          <a:noFill/>
        </a:ln>
      </dgm:spPr>
      <dgm:t>
        <a:bodyPr/>
        <a:lstStyle/>
        <a:p>
          <a:r>
            <a:rPr lang="en-US"/>
            <a:t>Semi-Supervised Learning</a:t>
          </a:r>
        </a:p>
      </dgm:t>
    </dgm:pt>
    <dgm:pt modelId="{723AEE82-CCA7-4C2A-8AAE-20B36CA46B42}" type="parTrans" cxnId="{8C51F23E-C62C-4DF7-8323-3624BFDA3BE0}">
      <dgm:prSet/>
      <dgm:spPr/>
      <dgm:t>
        <a:bodyPr/>
        <a:lstStyle/>
        <a:p>
          <a:endParaRPr lang="en-US"/>
        </a:p>
      </dgm:t>
    </dgm:pt>
    <dgm:pt modelId="{CA384484-5774-4A86-BD18-022BD6F731AE}" type="sibTrans" cxnId="{8C51F23E-C62C-4DF7-8323-3624BFDA3BE0}">
      <dgm:prSet/>
      <dgm:spPr/>
      <dgm:t>
        <a:bodyPr/>
        <a:lstStyle/>
        <a:p>
          <a:endParaRPr lang="en-US"/>
        </a:p>
      </dgm:t>
    </dgm:pt>
    <dgm:pt modelId="{66D991F9-1F4C-4D2D-BBFF-10F4839C33D6}">
      <dgm:prSet/>
      <dgm:spPr>
        <a:solidFill>
          <a:srgbClr val="2C9AE9"/>
        </a:solidFill>
        <a:ln>
          <a:noFill/>
        </a:ln>
      </dgm:spPr>
      <dgm:t>
        <a:bodyPr/>
        <a:lstStyle/>
        <a:p>
          <a:r>
            <a:rPr lang="en-US"/>
            <a:t>Reinforcement Learning (RL)</a:t>
          </a:r>
        </a:p>
      </dgm:t>
    </dgm:pt>
    <dgm:pt modelId="{4E874405-990F-465E-A2FE-E581D08AC8BC}" type="parTrans" cxnId="{23F009CB-3931-4CEB-B5FE-55222D2F55C8}">
      <dgm:prSet/>
      <dgm:spPr/>
      <dgm:t>
        <a:bodyPr/>
        <a:lstStyle/>
        <a:p>
          <a:endParaRPr lang="en-US"/>
        </a:p>
      </dgm:t>
    </dgm:pt>
    <dgm:pt modelId="{7B5E1E4A-D9A8-4248-AD2D-9705A607424C}" type="sibTrans" cxnId="{23F009CB-3931-4CEB-B5FE-55222D2F55C8}">
      <dgm:prSet/>
      <dgm:spPr/>
      <dgm:t>
        <a:bodyPr/>
        <a:lstStyle/>
        <a:p>
          <a:endParaRPr lang="en-US"/>
        </a:p>
      </dgm:t>
    </dgm:pt>
    <dgm:pt modelId="{BC017D0E-F85B-4B28-9DF4-543AFE2E49D9}" type="pres">
      <dgm:prSet presAssocID="{3063D6D7-6E35-4670-AE29-E1CC96F64A3D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9B4611D2-742C-40F5-B173-19EED3A0EB68}" type="pres">
      <dgm:prSet presAssocID="{8441FA4F-3C65-4CC9-B841-9B98A13C0AC0}" presName="hierRoot1" presStyleCnt="0">
        <dgm:presLayoutVars>
          <dgm:hierBranch val="init"/>
        </dgm:presLayoutVars>
      </dgm:prSet>
      <dgm:spPr/>
    </dgm:pt>
    <dgm:pt modelId="{798D69BD-6F72-479A-94A6-C8A57D3FB11F}" type="pres">
      <dgm:prSet presAssocID="{8441FA4F-3C65-4CC9-B841-9B98A13C0AC0}" presName="rootComposite1" presStyleCnt="0"/>
      <dgm:spPr/>
    </dgm:pt>
    <dgm:pt modelId="{86DFFFF8-80A6-4FA1-B8BE-5E99E548A70D}" type="pres">
      <dgm:prSet presAssocID="{8441FA4F-3C65-4CC9-B841-9B98A13C0AC0}" presName="rootText1" presStyleLbl="node0" presStyleIdx="0" presStyleCnt="1">
        <dgm:presLayoutVars>
          <dgm:chPref val="3"/>
        </dgm:presLayoutVars>
      </dgm:prSet>
      <dgm:spPr/>
    </dgm:pt>
    <dgm:pt modelId="{81F13715-E9EF-4F37-9235-A3BBD0A52293}" type="pres">
      <dgm:prSet presAssocID="{8441FA4F-3C65-4CC9-B841-9B98A13C0AC0}" presName="rootConnector1" presStyleLbl="node1" presStyleIdx="0" presStyleCnt="0"/>
      <dgm:spPr/>
    </dgm:pt>
    <dgm:pt modelId="{1A514CDD-6ED6-44AD-8D6C-7EE39663F983}" type="pres">
      <dgm:prSet presAssocID="{8441FA4F-3C65-4CC9-B841-9B98A13C0AC0}" presName="hierChild2" presStyleCnt="0"/>
      <dgm:spPr/>
    </dgm:pt>
    <dgm:pt modelId="{EBBB2094-D360-4E9E-A6ED-86EA85BFED52}" type="pres">
      <dgm:prSet presAssocID="{282FE27E-7DE4-440B-90FE-95F719667578}" presName="Name37" presStyleLbl="parChTrans1D2" presStyleIdx="0" presStyleCnt="4"/>
      <dgm:spPr/>
    </dgm:pt>
    <dgm:pt modelId="{351884BB-E36D-4DE2-8F25-A071A67B01F1}" type="pres">
      <dgm:prSet presAssocID="{C134018F-1C37-400B-8D3F-CF98E800C815}" presName="hierRoot2" presStyleCnt="0">
        <dgm:presLayoutVars>
          <dgm:hierBranch val="init"/>
        </dgm:presLayoutVars>
      </dgm:prSet>
      <dgm:spPr/>
    </dgm:pt>
    <dgm:pt modelId="{AE1D7DA5-C95C-4AB4-BAEF-0648BC86FB1D}" type="pres">
      <dgm:prSet presAssocID="{C134018F-1C37-400B-8D3F-CF98E800C815}" presName="rootComposite" presStyleCnt="0"/>
      <dgm:spPr/>
    </dgm:pt>
    <dgm:pt modelId="{AC194427-7FC0-4983-853A-F76611C24D02}" type="pres">
      <dgm:prSet presAssocID="{C134018F-1C37-400B-8D3F-CF98E800C815}" presName="rootText" presStyleLbl="node2" presStyleIdx="0" presStyleCnt="4">
        <dgm:presLayoutVars>
          <dgm:chPref val="3"/>
        </dgm:presLayoutVars>
      </dgm:prSet>
      <dgm:spPr/>
    </dgm:pt>
    <dgm:pt modelId="{58B12502-4423-4645-933D-7CFE0B9BBEE8}" type="pres">
      <dgm:prSet presAssocID="{C134018F-1C37-400B-8D3F-CF98E800C815}" presName="rootConnector" presStyleLbl="node2" presStyleIdx="0" presStyleCnt="4"/>
      <dgm:spPr/>
    </dgm:pt>
    <dgm:pt modelId="{5AD150C9-E178-40D4-9729-A1BF0C1E9446}" type="pres">
      <dgm:prSet presAssocID="{C134018F-1C37-400B-8D3F-CF98E800C815}" presName="hierChild4" presStyleCnt="0"/>
      <dgm:spPr/>
    </dgm:pt>
    <dgm:pt modelId="{E8FB01AF-5FEB-46EA-8DB6-D127393E0461}" type="pres">
      <dgm:prSet presAssocID="{7190BF51-39E0-4690-A6B1-0B221944DFF8}" presName="Name37" presStyleLbl="parChTrans1D3" presStyleIdx="0" presStyleCnt="4"/>
      <dgm:spPr/>
    </dgm:pt>
    <dgm:pt modelId="{262D06BF-8277-4B47-87C8-87B713902BB6}" type="pres">
      <dgm:prSet presAssocID="{C717337A-49E5-4E85-ABBF-3AA5B0679EDE}" presName="hierRoot2" presStyleCnt="0">
        <dgm:presLayoutVars>
          <dgm:hierBranch val="init"/>
        </dgm:presLayoutVars>
      </dgm:prSet>
      <dgm:spPr/>
    </dgm:pt>
    <dgm:pt modelId="{FF77BE47-2332-4609-ACCE-325A0D5AA2F2}" type="pres">
      <dgm:prSet presAssocID="{C717337A-49E5-4E85-ABBF-3AA5B0679EDE}" presName="rootComposite" presStyleCnt="0"/>
      <dgm:spPr/>
    </dgm:pt>
    <dgm:pt modelId="{05BDCEF5-7877-409A-A6B2-F52A6AEA943D}" type="pres">
      <dgm:prSet presAssocID="{C717337A-49E5-4E85-ABBF-3AA5B0679EDE}" presName="rootText" presStyleLbl="node3" presStyleIdx="0" presStyleCnt="4">
        <dgm:presLayoutVars>
          <dgm:chPref val="3"/>
        </dgm:presLayoutVars>
      </dgm:prSet>
      <dgm:spPr/>
    </dgm:pt>
    <dgm:pt modelId="{7A1DA320-CA15-4B5E-B105-4F325A6A180D}" type="pres">
      <dgm:prSet presAssocID="{C717337A-49E5-4E85-ABBF-3AA5B0679EDE}" presName="rootConnector" presStyleLbl="node3" presStyleIdx="0" presStyleCnt="4"/>
      <dgm:spPr/>
    </dgm:pt>
    <dgm:pt modelId="{40259E2C-FD1C-4529-B0CC-0E2051959524}" type="pres">
      <dgm:prSet presAssocID="{C717337A-49E5-4E85-ABBF-3AA5B0679EDE}" presName="hierChild4" presStyleCnt="0"/>
      <dgm:spPr/>
    </dgm:pt>
    <dgm:pt modelId="{DF892335-2D85-443D-8AEF-07F1DFF6EAD9}" type="pres">
      <dgm:prSet presAssocID="{C717337A-49E5-4E85-ABBF-3AA5B0679EDE}" presName="hierChild5" presStyleCnt="0"/>
      <dgm:spPr/>
    </dgm:pt>
    <dgm:pt modelId="{C44EB686-97D5-44CB-89E6-23910AD8288A}" type="pres">
      <dgm:prSet presAssocID="{2624EBB6-2B53-49D1-B348-2C7EEFDA3F0F}" presName="Name37" presStyleLbl="parChTrans1D3" presStyleIdx="1" presStyleCnt="4"/>
      <dgm:spPr/>
    </dgm:pt>
    <dgm:pt modelId="{EE6D311D-72AA-4F96-9890-7384E528F7FD}" type="pres">
      <dgm:prSet presAssocID="{07956179-DA38-404B-9086-03AE8BF4C99A}" presName="hierRoot2" presStyleCnt="0">
        <dgm:presLayoutVars>
          <dgm:hierBranch val="init"/>
        </dgm:presLayoutVars>
      </dgm:prSet>
      <dgm:spPr/>
    </dgm:pt>
    <dgm:pt modelId="{332C972E-3F1A-4E76-B5BA-8D992C2C2E12}" type="pres">
      <dgm:prSet presAssocID="{07956179-DA38-404B-9086-03AE8BF4C99A}" presName="rootComposite" presStyleCnt="0"/>
      <dgm:spPr/>
    </dgm:pt>
    <dgm:pt modelId="{3FE5C849-56F6-4E44-AB44-942CCDC6D50C}" type="pres">
      <dgm:prSet presAssocID="{07956179-DA38-404B-9086-03AE8BF4C99A}" presName="rootText" presStyleLbl="node3" presStyleIdx="1" presStyleCnt="4">
        <dgm:presLayoutVars>
          <dgm:chPref val="3"/>
        </dgm:presLayoutVars>
      </dgm:prSet>
      <dgm:spPr/>
    </dgm:pt>
    <dgm:pt modelId="{B66363CA-7C80-4E76-92F0-7C39C5B1C258}" type="pres">
      <dgm:prSet presAssocID="{07956179-DA38-404B-9086-03AE8BF4C99A}" presName="rootConnector" presStyleLbl="node3" presStyleIdx="1" presStyleCnt="4"/>
      <dgm:spPr/>
    </dgm:pt>
    <dgm:pt modelId="{2FE0EB16-A8E4-4D6E-A9B1-74CC71756DEC}" type="pres">
      <dgm:prSet presAssocID="{07956179-DA38-404B-9086-03AE8BF4C99A}" presName="hierChild4" presStyleCnt="0"/>
      <dgm:spPr/>
    </dgm:pt>
    <dgm:pt modelId="{BDD971C4-E092-4E89-97B5-DEA4F511B3F5}" type="pres">
      <dgm:prSet presAssocID="{07956179-DA38-404B-9086-03AE8BF4C99A}" presName="hierChild5" presStyleCnt="0"/>
      <dgm:spPr/>
    </dgm:pt>
    <dgm:pt modelId="{E882902C-F996-4E14-B1C5-F791D6D46094}" type="pres">
      <dgm:prSet presAssocID="{C134018F-1C37-400B-8D3F-CF98E800C815}" presName="hierChild5" presStyleCnt="0"/>
      <dgm:spPr/>
    </dgm:pt>
    <dgm:pt modelId="{8B474171-89B6-44B7-8239-5A776A531FD8}" type="pres">
      <dgm:prSet presAssocID="{985F12D9-83F2-4426-86D4-CB8EDCD19A00}" presName="Name37" presStyleLbl="parChTrans1D2" presStyleIdx="1" presStyleCnt="4"/>
      <dgm:spPr/>
    </dgm:pt>
    <dgm:pt modelId="{120D1BD8-4536-4A59-8019-49E6AB9B30A2}" type="pres">
      <dgm:prSet presAssocID="{DAF70EEB-7113-45EE-A770-E54C04D1C4A9}" presName="hierRoot2" presStyleCnt="0">
        <dgm:presLayoutVars>
          <dgm:hierBranch val="init"/>
        </dgm:presLayoutVars>
      </dgm:prSet>
      <dgm:spPr/>
    </dgm:pt>
    <dgm:pt modelId="{65569C10-159B-4AB3-8D69-B9136C2418B4}" type="pres">
      <dgm:prSet presAssocID="{DAF70EEB-7113-45EE-A770-E54C04D1C4A9}" presName="rootComposite" presStyleCnt="0"/>
      <dgm:spPr/>
    </dgm:pt>
    <dgm:pt modelId="{DCA8CF77-E132-4330-AE1F-717518047677}" type="pres">
      <dgm:prSet presAssocID="{DAF70EEB-7113-45EE-A770-E54C04D1C4A9}" presName="rootText" presStyleLbl="node2" presStyleIdx="1" presStyleCnt="4">
        <dgm:presLayoutVars>
          <dgm:chPref val="3"/>
        </dgm:presLayoutVars>
      </dgm:prSet>
      <dgm:spPr/>
    </dgm:pt>
    <dgm:pt modelId="{343A2255-2333-46B3-A419-BC684365F531}" type="pres">
      <dgm:prSet presAssocID="{DAF70EEB-7113-45EE-A770-E54C04D1C4A9}" presName="rootConnector" presStyleLbl="node2" presStyleIdx="1" presStyleCnt="4"/>
      <dgm:spPr/>
    </dgm:pt>
    <dgm:pt modelId="{5E14A3B1-6386-4676-B210-79998C54664F}" type="pres">
      <dgm:prSet presAssocID="{DAF70EEB-7113-45EE-A770-E54C04D1C4A9}" presName="hierChild4" presStyleCnt="0"/>
      <dgm:spPr/>
    </dgm:pt>
    <dgm:pt modelId="{AEBD31FF-0C0B-4506-BBA0-F0404045B912}" type="pres">
      <dgm:prSet presAssocID="{556EA6BC-7DE7-498D-BEFC-6EFABFBA928A}" presName="Name37" presStyleLbl="parChTrans1D3" presStyleIdx="2" presStyleCnt="4"/>
      <dgm:spPr/>
    </dgm:pt>
    <dgm:pt modelId="{0988CBEA-6552-4C32-A0D9-15191D162425}" type="pres">
      <dgm:prSet presAssocID="{8DF0A7F6-C84E-499D-BDC5-2BCF2D873C1B}" presName="hierRoot2" presStyleCnt="0">
        <dgm:presLayoutVars>
          <dgm:hierBranch val="init"/>
        </dgm:presLayoutVars>
      </dgm:prSet>
      <dgm:spPr/>
    </dgm:pt>
    <dgm:pt modelId="{35548EE9-FBC9-44F2-971E-E3F83246E66C}" type="pres">
      <dgm:prSet presAssocID="{8DF0A7F6-C84E-499D-BDC5-2BCF2D873C1B}" presName="rootComposite" presStyleCnt="0"/>
      <dgm:spPr/>
    </dgm:pt>
    <dgm:pt modelId="{BE8EDF4E-6142-4EE0-92AE-269B503574E7}" type="pres">
      <dgm:prSet presAssocID="{8DF0A7F6-C84E-499D-BDC5-2BCF2D873C1B}" presName="rootText" presStyleLbl="node3" presStyleIdx="2" presStyleCnt="4">
        <dgm:presLayoutVars>
          <dgm:chPref val="3"/>
        </dgm:presLayoutVars>
      </dgm:prSet>
      <dgm:spPr/>
    </dgm:pt>
    <dgm:pt modelId="{D93425F1-17DC-4F83-8547-934B76A7931B}" type="pres">
      <dgm:prSet presAssocID="{8DF0A7F6-C84E-499D-BDC5-2BCF2D873C1B}" presName="rootConnector" presStyleLbl="node3" presStyleIdx="2" presStyleCnt="4"/>
      <dgm:spPr/>
    </dgm:pt>
    <dgm:pt modelId="{BA912D31-265E-45E3-8F3E-F01153553786}" type="pres">
      <dgm:prSet presAssocID="{8DF0A7F6-C84E-499D-BDC5-2BCF2D873C1B}" presName="hierChild4" presStyleCnt="0"/>
      <dgm:spPr/>
    </dgm:pt>
    <dgm:pt modelId="{6ADC0E19-BE52-4163-AD37-80616F1B14F0}" type="pres">
      <dgm:prSet presAssocID="{8DF0A7F6-C84E-499D-BDC5-2BCF2D873C1B}" presName="hierChild5" presStyleCnt="0"/>
      <dgm:spPr/>
    </dgm:pt>
    <dgm:pt modelId="{054CEDAA-BFA3-432C-853E-0B281A642844}" type="pres">
      <dgm:prSet presAssocID="{9683E7F4-5288-4C2D-90C6-2DD56DA15CE7}" presName="Name37" presStyleLbl="parChTrans1D3" presStyleIdx="3" presStyleCnt="4"/>
      <dgm:spPr/>
    </dgm:pt>
    <dgm:pt modelId="{DB38C891-11A9-473A-A8A2-11B1BA2B6332}" type="pres">
      <dgm:prSet presAssocID="{98214AE9-E9EE-40EC-B1F7-D484AA77A87E}" presName="hierRoot2" presStyleCnt="0">
        <dgm:presLayoutVars>
          <dgm:hierBranch val="init"/>
        </dgm:presLayoutVars>
      </dgm:prSet>
      <dgm:spPr/>
    </dgm:pt>
    <dgm:pt modelId="{C0231EC7-EE0E-4102-BD81-BD74F46B3C89}" type="pres">
      <dgm:prSet presAssocID="{98214AE9-E9EE-40EC-B1F7-D484AA77A87E}" presName="rootComposite" presStyleCnt="0"/>
      <dgm:spPr/>
    </dgm:pt>
    <dgm:pt modelId="{8009D300-220B-416B-B59D-5BB10E332BF9}" type="pres">
      <dgm:prSet presAssocID="{98214AE9-E9EE-40EC-B1F7-D484AA77A87E}" presName="rootText" presStyleLbl="node3" presStyleIdx="3" presStyleCnt="4">
        <dgm:presLayoutVars>
          <dgm:chPref val="3"/>
        </dgm:presLayoutVars>
      </dgm:prSet>
      <dgm:spPr/>
    </dgm:pt>
    <dgm:pt modelId="{FAC035B3-CC91-48E2-A2F0-5FA1ED37335D}" type="pres">
      <dgm:prSet presAssocID="{98214AE9-E9EE-40EC-B1F7-D484AA77A87E}" presName="rootConnector" presStyleLbl="node3" presStyleIdx="3" presStyleCnt="4"/>
      <dgm:spPr/>
    </dgm:pt>
    <dgm:pt modelId="{3D7D02E7-88D9-4B2A-86EF-10FF578A1461}" type="pres">
      <dgm:prSet presAssocID="{98214AE9-E9EE-40EC-B1F7-D484AA77A87E}" presName="hierChild4" presStyleCnt="0"/>
      <dgm:spPr/>
    </dgm:pt>
    <dgm:pt modelId="{0288A3A4-9FCB-4B80-95D7-92AD82908C31}" type="pres">
      <dgm:prSet presAssocID="{98214AE9-E9EE-40EC-B1F7-D484AA77A87E}" presName="hierChild5" presStyleCnt="0"/>
      <dgm:spPr/>
    </dgm:pt>
    <dgm:pt modelId="{CE166315-C2B8-4E62-B7DE-CF97021A6D60}" type="pres">
      <dgm:prSet presAssocID="{DAF70EEB-7113-45EE-A770-E54C04D1C4A9}" presName="hierChild5" presStyleCnt="0"/>
      <dgm:spPr/>
    </dgm:pt>
    <dgm:pt modelId="{B7EE0044-E333-4C78-B264-488C18F1D4EF}" type="pres">
      <dgm:prSet presAssocID="{723AEE82-CCA7-4C2A-8AAE-20B36CA46B42}" presName="Name37" presStyleLbl="parChTrans1D2" presStyleIdx="2" presStyleCnt="4"/>
      <dgm:spPr/>
    </dgm:pt>
    <dgm:pt modelId="{A99724A2-8818-4ACD-BBF4-365964078CD7}" type="pres">
      <dgm:prSet presAssocID="{8498CEB0-3494-4044-8A54-8F9B5B1D3A4C}" presName="hierRoot2" presStyleCnt="0">
        <dgm:presLayoutVars>
          <dgm:hierBranch val="init"/>
        </dgm:presLayoutVars>
      </dgm:prSet>
      <dgm:spPr/>
    </dgm:pt>
    <dgm:pt modelId="{8C546BB8-B93C-4CA5-B32C-2BB927A5B5AD}" type="pres">
      <dgm:prSet presAssocID="{8498CEB0-3494-4044-8A54-8F9B5B1D3A4C}" presName="rootComposite" presStyleCnt="0"/>
      <dgm:spPr/>
    </dgm:pt>
    <dgm:pt modelId="{B04029A8-0562-48B2-AE02-AF9195ECAEDE}" type="pres">
      <dgm:prSet presAssocID="{8498CEB0-3494-4044-8A54-8F9B5B1D3A4C}" presName="rootText" presStyleLbl="node2" presStyleIdx="2" presStyleCnt="4">
        <dgm:presLayoutVars>
          <dgm:chPref val="3"/>
        </dgm:presLayoutVars>
      </dgm:prSet>
      <dgm:spPr/>
    </dgm:pt>
    <dgm:pt modelId="{014A5388-334E-4A34-8BC0-F0ECA7DCC618}" type="pres">
      <dgm:prSet presAssocID="{8498CEB0-3494-4044-8A54-8F9B5B1D3A4C}" presName="rootConnector" presStyleLbl="node2" presStyleIdx="2" presStyleCnt="4"/>
      <dgm:spPr/>
    </dgm:pt>
    <dgm:pt modelId="{FDF399F8-67CC-433C-98D6-7E139FC0FAD4}" type="pres">
      <dgm:prSet presAssocID="{8498CEB0-3494-4044-8A54-8F9B5B1D3A4C}" presName="hierChild4" presStyleCnt="0"/>
      <dgm:spPr/>
    </dgm:pt>
    <dgm:pt modelId="{2000D27C-D909-47E9-9256-4A327ED8DA96}" type="pres">
      <dgm:prSet presAssocID="{8498CEB0-3494-4044-8A54-8F9B5B1D3A4C}" presName="hierChild5" presStyleCnt="0"/>
      <dgm:spPr/>
    </dgm:pt>
    <dgm:pt modelId="{1F54D015-D09E-4D71-922A-C29F7C37534B}" type="pres">
      <dgm:prSet presAssocID="{4E874405-990F-465E-A2FE-E581D08AC8BC}" presName="Name37" presStyleLbl="parChTrans1D2" presStyleIdx="3" presStyleCnt="4"/>
      <dgm:spPr/>
    </dgm:pt>
    <dgm:pt modelId="{7A02BB2D-5416-4CFB-B943-D1BDA19E8023}" type="pres">
      <dgm:prSet presAssocID="{66D991F9-1F4C-4D2D-BBFF-10F4839C33D6}" presName="hierRoot2" presStyleCnt="0">
        <dgm:presLayoutVars>
          <dgm:hierBranch val="init"/>
        </dgm:presLayoutVars>
      </dgm:prSet>
      <dgm:spPr/>
    </dgm:pt>
    <dgm:pt modelId="{40E2B7FB-4B60-4DD8-B5FA-4D2728C73844}" type="pres">
      <dgm:prSet presAssocID="{66D991F9-1F4C-4D2D-BBFF-10F4839C33D6}" presName="rootComposite" presStyleCnt="0"/>
      <dgm:spPr/>
    </dgm:pt>
    <dgm:pt modelId="{A822A96B-6977-4F12-A705-829ED024D3F5}" type="pres">
      <dgm:prSet presAssocID="{66D991F9-1F4C-4D2D-BBFF-10F4839C33D6}" presName="rootText" presStyleLbl="node2" presStyleIdx="3" presStyleCnt="4">
        <dgm:presLayoutVars>
          <dgm:chPref val="3"/>
        </dgm:presLayoutVars>
      </dgm:prSet>
      <dgm:spPr/>
    </dgm:pt>
    <dgm:pt modelId="{196DF329-2967-4F2F-8597-16E65E7AE4AA}" type="pres">
      <dgm:prSet presAssocID="{66D991F9-1F4C-4D2D-BBFF-10F4839C33D6}" presName="rootConnector" presStyleLbl="node2" presStyleIdx="3" presStyleCnt="4"/>
      <dgm:spPr/>
    </dgm:pt>
    <dgm:pt modelId="{6175FF50-243F-4D36-B716-CB89E6980769}" type="pres">
      <dgm:prSet presAssocID="{66D991F9-1F4C-4D2D-BBFF-10F4839C33D6}" presName="hierChild4" presStyleCnt="0"/>
      <dgm:spPr/>
    </dgm:pt>
    <dgm:pt modelId="{9273B8B2-0DA4-4CFA-A713-DD37DB4A40CC}" type="pres">
      <dgm:prSet presAssocID="{66D991F9-1F4C-4D2D-BBFF-10F4839C33D6}" presName="hierChild5" presStyleCnt="0"/>
      <dgm:spPr/>
    </dgm:pt>
    <dgm:pt modelId="{D1FFE2CA-A624-420F-B69C-BC1B9688A7AF}" type="pres">
      <dgm:prSet presAssocID="{8441FA4F-3C65-4CC9-B841-9B98A13C0AC0}" presName="hierChild3" presStyleCnt="0"/>
      <dgm:spPr/>
    </dgm:pt>
  </dgm:ptLst>
  <dgm:cxnLst>
    <dgm:cxn modelId="{DEF07707-5970-4536-89B6-143C2FD98319}" type="presOf" srcId="{8498CEB0-3494-4044-8A54-8F9B5B1D3A4C}" destId="{014A5388-334E-4A34-8BC0-F0ECA7DCC618}" srcOrd="1" destOrd="0" presId="urn:microsoft.com/office/officeart/2005/8/layout/orgChart1"/>
    <dgm:cxn modelId="{B3489E0B-5B90-4170-9B3B-2A657BCA2A87}" type="presOf" srcId="{723AEE82-CCA7-4C2A-8AAE-20B36CA46B42}" destId="{B7EE0044-E333-4C78-B264-488C18F1D4EF}" srcOrd="0" destOrd="0" presId="urn:microsoft.com/office/officeart/2005/8/layout/orgChart1"/>
    <dgm:cxn modelId="{29AC7721-D995-4FFE-9D2D-764DB8412A68}" type="presOf" srcId="{4E874405-990F-465E-A2FE-E581D08AC8BC}" destId="{1F54D015-D09E-4D71-922A-C29F7C37534B}" srcOrd="0" destOrd="0" presId="urn:microsoft.com/office/officeart/2005/8/layout/orgChart1"/>
    <dgm:cxn modelId="{97CB3422-F4F7-4C9F-9427-11B02F973BAD}" type="presOf" srcId="{66D991F9-1F4C-4D2D-BBFF-10F4839C33D6}" destId="{196DF329-2967-4F2F-8597-16E65E7AE4AA}" srcOrd="1" destOrd="0" presId="urn:microsoft.com/office/officeart/2005/8/layout/orgChart1"/>
    <dgm:cxn modelId="{06B91836-EF6A-40B3-89C7-F1E9FF4324C8}" type="presOf" srcId="{C134018F-1C37-400B-8D3F-CF98E800C815}" destId="{58B12502-4423-4645-933D-7CFE0B9BBEE8}" srcOrd="1" destOrd="0" presId="urn:microsoft.com/office/officeart/2005/8/layout/orgChart1"/>
    <dgm:cxn modelId="{0204D237-8B85-41E5-BBA2-CAF385B70724}" type="presOf" srcId="{2624EBB6-2B53-49D1-B348-2C7EEFDA3F0F}" destId="{C44EB686-97D5-44CB-89E6-23910AD8288A}" srcOrd="0" destOrd="0" presId="urn:microsoft.com/office/officeart/2005/8/layout/orgChart1"/>
    <dgm:cxn modelId="{8CACC83C-71C4-4E5F-A74F-7DE4125201A7}" srcId="{C134018F-1C37-400B-8D3F-CF98E800C815}" destId="{C717337A-49E5-4E85-ABBF-3AA5B0679EDE}" srcOrd="0" destOrd="0" parTransId="{7190BF51-39E0-4690-A6B1-0B221944DFF8}" sibTransId="{39DC6FB6-9C10-4895-A4BD-885D4EB8BE8C}"/>
    <dgm:cxn modelId="{8C51F23E-C62C-4DF7-8323-3624BFDA3BE0}" srcId="{8441FA4F-3C65-4CC9-B841-9B98A13C0AC0}" destId="{8498CEB0-3494-4044-8A54-8F9B5B1D3A4C}" srcOrd="2" destOrd="0" parTransId="{723AEE82-CCA7-4C2A-8AAE-20B36CA46B42}" sibTransId="{CA384484-5774-4A86-BD18-022BD6F731AE}"/>
    <dgm:cxn modelId="{495CF23F-7345-4835-B81C-E60B703952C6}" srcId="{8441FA4F-3C65-4CC9-B841-9B98A13C0AC0}" destId="{DAF70EEB-7113-45EE-A770-E54C04D1C4A9}" srcOrd="1" destOrd="0" parTransId="{985F12D9-83F2-4426-86D4-CB8EDCD19A00}" sibTransId="{4CC14ACD-CAFC-4A2C-91B8-EA169CAD902F}"/>
    <dgm:cxn modelId="{E60F115E-EFD3-4100-B10C-FC0C63F57333}" type="presOf" srcId="{8498CEB0-3494-4044-8A54-8F9B5B1D3A4C}" destId="{B04029A8-0562-48B2-AE02-AF9195ECAEDE}" srcOrd="0" destOrd="0" presId="urn:microsoft.com/office/officeart/2005/8/layout/orgChart1"/>
    <dgm:cxn modelId="{C5294F5E-933A-470A-88D8-A32B5C19B834}" type="presOf" srcId="{07956179-DA38-404B-9086-03AE8BF4C99A}" destId="{3FE5C849-56F6-4E44-AB44-942CCDC6D50C}" srcOrd="0" destOrd="0" presId="urn:microsoft.com/office/officeart/2005/8/layout/orgChart1"/>
    <dgm:cxn modelId="{D0F4206B-EACD-4B83-A2A7-6153736D3F64}" type="presOf" srcId="{98214AE9-E9EE-40EC-B1F7-D484AA77A87E}" destId="{FAC035B3-CC91-48E2-A2F0-5FA1ED37335D}" srcOrd="1" destOrd="0" presId="urn:microsoft.com/office/officeart/2005/8/layout/orgChart1"/>
    <dgm:cxn modelId="{BF2F184D-DCBD-4570-BB55-DC31D0E2EDA5}" type="presOf" srcId="{C717337A-49E5-4E85-ABBF-3AA5B0679EDE}" destId="{7A1DA320-CA15-4B5E-B105-4F325A6A180D}" srcOrd="1" destOrd="0" presId="urn:microsoft.com/office/officeart/2005/8/layout/orgChart1"/>
    <dgm:cxn modelId="{C99EBC4F-E471-4B3D-880D-54BCA4F28230}" type="presOf" srcId="{8DF0A7F6-C84E-499D-BDC5-2BCF2D873C1B}" destId="{BE8EDF4E-6142-4EE0-92AE-269B503574E7}" srcOrd="0" destOrd="0" presId="urn:microsoft.com/office/officeart/2005/8/layout/orgChart1"/>
    <dgm:cxn modelId="{57592A51-9236-49C0-A31D-C35D5CA2DFB0}" srcId="{DAF70EEB-7113-45EE-A770-E54C04D1C4A9}" destId="{98214AE9-E9EE-40EC-B1F7-D484AA77A87E}" srcOrd="1" destOrd="0" parTransId="{9683E7F4-5288-4C2D-90C6-2DD56DA15CE7}" sibTransId="{364B66B0-0C43-45A3-8EB6-70321CFA2341}"/>
    <dgm:cxn modelId="{BCDA8779-D2B7-4889-8B37-0D33B8D4E113}" type="presOf" srcId="{DAF70EEB-7113-45EE-A770-E54C04D1C4A9}" destId="{DCA8CF77-E132-4330-AE1F-717518047677}" srcOrd="0" destOrd="0" presId="urn:microsoft.com/office/officeart/2005/8/layout/orgChart1"/>
    <dgm:cxn modelId="{C1E1D281-5F40-4880-B3EF-C1416E65A446}" type="presOf" srcId="{8DF0A7F6-C84E-499D-BDC5-2BCF2D873C1B}" destId="{D93425F1-17DC-4F83-8547-934B76A7931B}" srcOrd="1" destOrd="0" presId="urn:microsoft.com/office/officeart/2005/8/layout/orgChart1"/>
    <dgm:cxn modelId="{C7001F99-46EE-481F-A7CC-6AF78B6F6F47}" type="presOf" srcId="{DAF70EEB-7113-45EE-A770-E54C04D1C4A9}" destId="{343A2255-2333-46B3-A419-BC684365F531}" srcOrd="1" destOrd="0" presId="urn:microsoft.com/office/officeart/2005/8/layout/orgChart1"/>
    <dgm:cxn modelId="{976BBF9C-72F3-4E2E-A10B-0D86994D72FD}" type="presOf" srcId="{66D991F9-1F4C-4D2D-BBFF-10F4839C33D6}" destId="{A822A96B-6977-4F12-A705-829ED024D3F5}" srcOrd="0" destOrd="0" presId="urn:microsoft.com/office/officeart/2005/8/layout/orgChart1"/>
    <dgm:cxn modelId="{6629EF9E-6BAE-4BEE-B839-41EDFD25032E}" type="presOf" srcId="{9683E7F4-5288-4C2D-90C6-2DD56DA15CE7}" destId="{054CEDAA-BFA3-432C-853E-0B281A642844}" srcOrd="0" destOrd="0" presId="urn:microsoft.com/office/officeart/2005/8/layout/orgChart1"/>
    <dgm:cxn modelId="{2A9913A4-EBCC-441F-A05F-B2ADAC74B323}" type="presOf" srcId="{8441FA4F-3C65-4CC9-B841-9B98A13C0AC0}" destId="{81F13715-E9EF-4F37-9235-A3BBD0A52293}" srcOrd="1" destOrd="0" presId="urn:microsoft.com/office/officeart/2005/8/layout/orgChart1"/>
    <dgm:cxn modelId="{213B04A9-C5C7-45B9-9C44-83AC51D3B5E4}" type="presOf" srcId="{985F12D9-83F2-4426-86D4-CB8EDCD19A00}" destId="{8B474171-89B6-44B7-8239-5A776A531FD8}" srcOrd="0" destOrd="0" presId="urn:microsoft.com/office/officeart/2005/8/layout/orgChart1"/>
    <dgm:cxn modelId="{B64B2EC1-F70F-4AF1-BF65-04BB7D36632C}" type="presOf" srcId="{07956179-DA38-404B-9086-03AE8BF4C99A}" destId="{B66363CA-7C80-4E76-92F0-7C39C5B1C258}" srcOrd="1" destOrd="0" presId="urn:microsoft.com/office/officeart/2005/8/layout/orgChart1"/>
    <dgm:cxn modelId="{FF5493C2-39BE-4370-8EF8-6D0C454A3199}" type="presOf" srcId="{556EA6BC-7DE7-498D-BEFC-6EFABFBA928A}" destId="{AEBD31FF-0C0B-4506-BBA0-F0404045B912}" srcOrd="0" destOrd="0" presId="urn:microsoft.com/office/officeart/2005/8/layout/orgChart1"/>
    <dgm:cxn modelId="{39097EC7-4FBA-4AB9-BC32-4B7B9E13B4B2}" type="presOf" srcId="{8441FA4F-3C65-4CC9-B841-9B98A13C0AC0}" destId="{86DFFFF8-80A6-4FA1-B8BE-5E99E548A70D}" srcOrd="0" destOrd="0" presId="urn:microsoft.com/office/officeart/2005/8/layout/orgChart1"/>
    <dgm:cxn modelId="{23F009CB-3931-4CEB-B5FE-55222D2F55C8}" srcId="{8441FA4F-3C65-4CC9-B841-9B98A13C0AC0}" destId="{66D991F9-1F4C-4D2D-BBFF-10F4839C33D6}" srcOrd="3" destOrd="0" parTransId="{4E874405-990F-465E-A2FE-E581D08AC8BC}" sibTransId="{7B5E1E4A-D9A8-4248-AD2D-9705A607424C}"/>
    <dgm:cxn modelId="{F6EB70DA-5F5E-4E29-83F0-DA7962EFB7FB}" srcId="{DAF70EEB-7113-45EE-A770-E54C04D1C4A9}" destId="{8DF0A7F6-C84E-499D-BDC5-2BCF2D873C1B}" srcOrd="0" destOrd="0" parTransId="{556EA6BC-7DE7-498D-BEFC-6EFABFBA928A}" sibTransId="{58E77E42-D21C-4BA0-ABFB-5CD2D03A0612}"/>
    <dgm:cxn modelId="{E14D7CDA-8990-421A-B6A7-BEB22EF89E3D}" srcId="{8441FA4F-3C65-4CC9-B841-9B98A13C0AC0}" destId="{C134018F-1C37-400B-8D3F-CF98E800C815}" srcOrd="0" destOrd="0" parTransId="{282FE27E-7DE4-440B-90FE-95F719667578}" sibTransId="{3383F689-7BE7-4358-BF77-1A59F6BF8476}"/>
    <dgm:cxn modelId="{306ACFEC-97E2-459F-BBDE-8B8A18F78EDC}" srcId="{C134018F-1C37-400B-8D3F-CF98E800C815}" destId="{07956179-DA38-404B-9086-03AE8BF4C99A}" srcOrd="1" destOrd="0" parTransId="{2624EBB6-2B53-49D1-B348-2C7EEFDA3F0F}" sibTransId="{E41BEC85-A20A-4C7F-98B7-4C49731A9459}"/>
    <dgm:cxn modelId="{620F5CEF-8BFF-4BD8-AF83-078844C97500}" type="presOf" srcId="{7190BF51-39E0-4690-A6B1-0B221944DFF8}" destId="{E8FB01AF-5FEB-46EA-8DB6-D127393E0461}" srcOrd="0" destOrd="0" presId="urn:microsoft.com/office/officeart/2005/8/layout/orgChart1"/>
    <dgm:cxn modelId="{50D8B0F4-6ECA-492F-B02D-6EF57F6AA032}" type="presOf" srcId="{282FE27E-7DE4-440B-90FE-95F719667578}" destId="{EBBB2094-D360-4E9E-A6ED-86EA85BFED52}" srcOrd="0" destOrd="0" presId="urn:microsoft.com/office/officeart/2005/8/layout/orgChart1"/>
    <dgm:cxn modelId="{DC2EA6F9-FF6D-43B9-A6E7-D3CF1D26B66D}" type="presOf" srcId="{98214AE9-E9EE-40EC-B1F7-D484AA77A87E}" destId="{8009D300-220B-416B-B59D-5BB10E332BF9}" srcOrd="0" destOrd="0" presId="urn:microsoft.com/office/officeart/2005/8/layout/orgChart1"/>
    <dgm:cxn modelId="{3F80E3F9-3ADE-4CBF-A8CC-FB0E0596E39A}" srcId="{3063D6D7-6E35-4670-AE29-E1CC96F64A3D}" destId="{8441FA4F-3C65-4CC9-B841-9B98A13C0AC0}" srcOrd="0" destOrd="0" parTransId="{1D6DEC3A-2BB9-403C-A080-BF6746610BF2}" sibTransId="{640F7A59-7334-4450-8AFC-62A78AEE02DF}"/>
    <dgm:cxn modelId="{E3484DFC-EA09-4613-9541-4196662A09DA}" type="presOf" srcId="{C717337A-49E5-4E85-ABBF-3AA5B0679EDE}" destId="{05BDCEF5-7877-409A-A6B2-F52A6AEA943D}" srcOrd="0" destOrd="0" presId="urn:microsoft.com/office/officeart/2005/8/layout/orgChart1"/>
    <dgm:cxn modelId="{25701EFD-49DD-467F-B27D-02D8DCCD1383}" type="presOf" srcId="{3063D6D7-6E35-4670-AE29-E1CC96F64A3D}" destId="{BC017D0E-F85B-4B28-9DF4-543AFE2E49D9}" srcOrd="0" destOrd="0" presId="urn:microsoft.com/office/officeart/2005/8/layout/orgChart1"/>
    <dgm:cxn modelId="{BAA4F5FD-8821-47A2-BF80-1673F8459026}" type="presOf" srcId="{C134018F-1C37-400B-8D3F-CF98E800C815}" destId="{AC194427-7FC0-4983-853A-F76611C24D02}" srcOrd="0" destOrd="0" presId="urn:microsoft.com/office/officeart/2005/8/layout/orgChart1"/>
    <dgm:cxn modelId="{D43278AD-E9B5-441A-A9CF-43EBDCFF7FA8}" type="presParOf" srcId="{BC017D0E-F85B-4B28-9DF4-543AFE2E49D9}" destId="{9B4611D2-742C-40F5-B173-19EED3A0EB68}" srcOrd="0" destOrd="0" presId="urn:microsoft.com/office/officeart/2005/8/layout/orgChart1"/>
    <dgm:cxn modelId="{A2349A37-901B-4F4D-95FC-29E53CBB4D86}" type="presParOf" srcId="{9B4611D2-742C-40F5-B173-19EED3A0EB68}" destId="{798D69BD-6F72-479A-94A6-C8A57D3FB11F}" srcOrd="0" destOrd="0" presId="urn:microsoft.com/office/officeart/2005/8/layout/orgChart1"/>
    <dgm:cxn modelId="{AF139396-CA14-4DF9-8F12-20B18C8CC4CE}" type="presParOf" srcId="{798D69BD-6F72-479A-94A6-C8A57D3FB11F}" destId="{86DFFFF8-80A6-4FA1-B8BE-5E99E548A70D}" srcOrd="0" destOrd="0" presId="urn:microsoft.com/office/officeart/2005/8/layout/orgChart1"/>
    <dgm:cxn modelId="{3D0263E9-4244-48EC-8EC6-28A0A6A7FDA3}" type="presParOf" srcId="{798D69BD-6F72-479A-94A6-C8A57D3FB11F}" destId="{81F13715-E9EF-4F37-9235-A3BBD0A52293}" srcOrd="1" destOrd="0" presId="urn:microsoft.com/office/officeart/2005/8/layout/orgChart1"/>
    <dgm:cxn modelId="{8C028A5C-446E-41E9-A596-760C55997061}" type="presParOf" srcId="{9B4611D2-742C-40F5-B173-19EED3A0EB68}" destId="{1A514CDD-6ED6-44AD-8D6C-7EE39663F983}" srcOrd="1" destOrd="0" presId="urn:microsoft.com/office/officeart/2005/8/layout/orgChart1"/>
    <dgm:cxn modelId="{1519FFB4-F8CB-40A9-BEB6-7B93AFB01155}" type="presParOf" srcId="{1A514CDD-6ED6-44AD-8D6C-7EE39663F983}" destId="{EBBB2094-D360-4E9E-A6ED-86EA85BFED52}" srcOrd="0" destOrd="0" presId="urn:microsoft.com/office/officeart/2005/8/layout/orgChart1"/>
    <dgm:cxn modelId="{7060AFC7-4A86-483E-AD71-3DCC2897D95B}" type="presParOf" srcId="{1A514CDD-6ED6-44AD-8D6C-7EE39663F983}" destId="{351884BB-E36D-4DE2-8F25-A071A67B01F1}" srcOrd="1" destOrd="0" presId="urn:microsoft.com/office/officeart/2005/8/layout/orgChart1"/>
    <dgm:cxn modelId="{D0C4E39D-7496-4BAB-B9FA-500C03FA052B}" type="presParOf" srcId="{351884BB-E36D-4DE2-8F25-A071A67B01F1}" destId="{AE1D7DA5-C95C-4AB4-BAEF-0648BC86FB1D}" srcOrd="0" destOrd="0" presId="urn:microsoft.com/office/officeart/2005/8/layout/orgChart1"/>
    <dgm:cxn modelId="{D285C9C5-A0FC-4EAC-A554-1E9588F7A0D8}" type="presParOf" srcId="{AE1D7DA5-C95C-4AB4-BAEF-0648BC86FB1D}" destId="{AC194427-7FC0-4983-853A-F76611C24D02}" srcOrd="0" destOrd="0" presId="urn:microsoft.com/office/officeart/2005/8/layout/orgChart1"/>
    <dgm:cxn modelId="{D23DE207-0FA6-4595-B3FB-C9886F446C32}" type="presParOf" srcId="{AE1D7DA5-C95C-4AB4-BAEF-0648BC86FB1D}" destId="{58B12502-4423-4645-933D-7CFE0B9BBEE8}" srcOrd="1" destOrd="0" presId="urn:microsoft.com/office/officeart/2005/8/layout/orgChart1"/>
    <dgm:cxn modelId="{A660DEFE-6E2A-48B2-8B10-5EFD76AF8633}" type="presParOf" srcId="{351884BB-E36D-4DE2-8F25-A071A67B01F1}" destId="{5AD150C9-E178-40D4-9729-A1BF0C1E9446}" srcOrd="1" destOrd="0" presId="urn:microsoft.com/office/officeart/2005/8/layout/orgChart1"/>
    <dgm:cxn modelId="{E8BC09DD-8EAB-4101-A194-1657BC3CA788}" type="presParOf" srcId="{5AD150C9-E178-40D4-9729-A1BF0C1E9446}" destId="{E8FB01AF-5FEB-46EA-8DB6-D127393E0461}" srcOrd="0" destOrd="0" presId="urn:microsoft.com/office/officeart/2005/8/layout/orgChart1"/>
    <dgm:cxn modelId="{1CE565F8-20CD-4128-A39F-55902CF8F654}" type="presParOf" srcId="{5AD150C9-E178-40D4-9729-A1BF0C1E9446}" destId="{262D06BF-8277-4B47-87C8-87B713902BB6}" srcOrd="1" destOrd="0" presId="urn:microsoft.com/office/officeart/2005/8/layout/orgChart1"/>
    <dgm:cxn modelId="{BBAE3E6A-F719-4673-BFA3-E3C00F0B3610}" type="presParOf" srcId="{262D06BF-8277-4B47-87C8-87B713902BB6}" destId="{FF77BE47-2332-4609-ACCE-325A0D5AA2F2}" srcOrd="0" destOrd="0" presId="urn:microsoft.com/office/officeart/2005/8/layout/orgChart1"/>
    <dgm:cxn modelId="{18727CCB-B33E-4D60-B5D7-CEB4EB0D34A4}" type="presParOf" srcId="{FF77BE47-2332-4609-ACCE-325A0D5AA2F2}" destId="{05BDCEF5-7877-409A-A6B2-F52A6AEA943D}" srcOrd="0" destOrd="0" presId="urn:microsoft.com/office/officeart/2005/8/layout/orgChart1"/>
    <dgm:cxn modelId="{59C1CC52-91BB-415D-8F5E-A17012A3C768}" type="presParOf" srcId="{FF77BE47-2332-4609-ACCE-325A0D5AA2F2}" destId="{7A1DA320-CA15-4B5E-B105-4F325A6A180D}" srcOrd="1" destOrd="0" presId="urn:microsoft.com/office/officeart/2005/8/layout/orgChart1"/>
    <dgm:cxn modelId="{27D2DDC4-C625-443A-B3EE-8CF8121752AE}" type="presParOf" srcId="{262D06BF-8277-4B47-87C8-87B713902BB6}" destId="{40259E2C-FD1C-4529-B0CC-0E2051959524}" srcOrd="1" destOrd="0" presId="urn:microsoft.com/office/officeart/2005/8/layout/orgChart1"/>
    <dgm:cxn modelId="{2F54AA07-B967-413A-BD13-5B40BB00936F}" type="presParOf" srcId="{262D06BF-8277-4B47-87C8-87B713902BB6}" destId="{DF892335-2D85-443D-8AEF-07F1DFF6EAD9}" srcOrd="2" destOrd="0" presId="urn:microsoft.com/office/officeart/2005/8/layout/orgChart1"/>
    <dgm:cxn modelId="{083BF2F4-E5B8-43E3-AA4B-B4D5A7166AC3}" type="presParOf" srcId="{5AD150C9-E178-40D4-9729-A1BF0C1E9446}" destId="{C44EB686-97D5-44CB-89E6-23910AD8288A}" srcOrd="2" destOrd="0" presId="urn:microsoft.com/office/officeart/2005/8/layout/orgChart1"/>
    <dgm:cxn modelId="{D730C04F-6EDE-4640-85BB-F81B1A71ECAD}" type="presParOf" srcId="{5AD150C9-E178-40D4-9729-A1BF0C1E9446}" destId="{EE6D311D-72AA-4F96-9890-7384E528F7FD}" srcOrd="3" destOrd="0" presId="urn:microsoft.com/office/officeart/2005/8/layout/orgChart1"/>
    <dgm:cxn modelId="{A908EA03-C86E-467E-84A4-61CF2B24A018}" type="presParOf" srcId="{EE6D311D-72AA-4F96-9890-7384E528F7FD}" destId="{332C972E-3F1A-4E76-B5BA-8D992C2C2E12}" srcOrd="0" destOrd="0" presId="urn:microsoft.com/office/officeart/2005/8/layout/orgChart1"/>
    <dgm:cxn modelId="{08DF5DBF-4528-4B28-BE49-ED6F75083868}" type="presParOf" srcId="{332C972E-3F1A-4E76-B5BA-8D992C2C2E12}" destId="{3FE5C849-56F6-4E44-AB44-942CCDC6D50C}" srcOrd="0" destOrd="0" presId="urn:microsoft.com/office/officeart/2005/8/layout/orgChart1"/>
    <dgm:cxn modelId="{3D89206C-3D92-46C1-AA1F-5967B7803C03}" type="presParOf" srcId="{332C972E-3F1A-4E76-B5BA-8D992C2C2E12}" destId="{B66363CA-7C80-4E76-92F0-7C39C5B1C258}" srcOrd="1" destOrd="0" presId="urn:microsoft.com/office/officeart/2005/8/layout/orgChart1"/>
    <dgm:cxn modelId="{B081CE4D-407F-4341-9997-3535E3FC30B4}" type="presParOf" srcId="{EE6D311D-72AA-4F96-9890-7384E528F7FD}" destId="{2FE0EB16-A8E4-4D6E-A9B1-74CC71756DEC}" srcOrd="1" destOrd="0" presId="urn:microsoft.com/office/officeart/2005/8/layout/orgChart1"/>
    <dgm:cxn modelId="{CEA55DCA-8C91-424B-9FF6-84E766AEFDAF}" type="presParOf" srcId="{EE6D311D-72AA-4F96-9890-7384E528F7FD}" destId="{BDD971C4-E092-4E89-97B5-DEA4F511B3F5}" srcOrd="2" destOrd="0" presId="urn:microsoft.com/office/officeart/2005/8/layout/orgChart1"/>
    <dgm:cxn modelId="{AE75D235-2DB8-4AAE-91D0-C784C9ED3767}" type="presParOf" srcId="{351884BB-E36D-4DE2-8F25-A071A67B01F1}" destId="{E882902C-F996-4E14-B1C5-F791D6D46094}" srcOrd="2" destOrd="0" presId="urn:microsoft.com/office/officeart/2005/8/layout/orgChart1"/>
    <dgm:cxn modelId="{BD928FD7-A427-479F-81B9-9DB5AB5CB155}" type="presParOf" srcId="{1A514CDD-6ED6-44AD-8D6C-7EE39663F983}" destId="{8B474171-89B6-44B7-8239-5A776A531FD8}" srcOrd="2" destOrd="0" presId="urn:microsoft.com/office/officeart/2005/8/layout/orgChart1"/>
    <dgm:cxn modelId="{EACCBAAD-1501-4E74-8E72-6C1E7D128B41}" type="presParOf" srcId="{1A514CDD-6ED6-44AD-8D6C-7EE39663F983}" destId="{120D1BD8-4536-4A59-8019-49E6AB9B30A2}" srcOrd="3" destOrd="0" presId="urn:microsoft.com/office/officeart/2005/8/layout/orgChart1"/>
    <dgm:cxn modelId="{82F49EA2-1883-4194-9E9A-05A92124C8E6}" type="presParOf" srcId="{120D1BD8-4536-4A59-8019-49E6AB9B30A2}" destId="{65569C10-159B-4AB3-8D69-B9136C2418B4}" srcOrd="0" destOrd="0" presId="urn:microsoft.com/office/officeart/2005/8/layout/orgChart1"/>
    <dgm:cxn modelId="{0F508749-0FFB-48C6-A522-8E2E04977742}" type="presParOf" srcId="{65569C10-159B-4AB3-8D69-B9136C2418B4}" destId="{DCA8CF77-E132-4330-AE1F-717518047677}" srcOrd="0" destOrd="0" presId="urn:microsoft.com/office/officeart/2005/8/layout/orgChart1"/>
    <dgm:cxn modelId="{199AD251-DD91-49DE-9410-0BAD335B4694}" type="presParOf" srcId="{65569C10-159B-4AB3-8D69-B9136C2418B4}" destId="{343A2255-2333-46B3-A419-BC684365F531}" srcOrd="1" destOrd="0" presId="urn:microsoft.com/office/officeart/2005/8/layout/orgChart1"/>
    <dgm:cxn modelId="{0CB5DE2F-D4E4-440E-92C8-DDB802470B5D}" type="presParOf" srcId="{120D1BD8-4536-4A59-8019-49E6AB9B30A2}" destId="{5E14A3B1-6386-4676-B210-79998C54664F}" srcOrd="1" destOrd="0" presId="urn:microsoft.com/office/officeart/2005/8/layout/orgChart1"/>
    <dgm:cxn modelId="{6A742B0D-537F-4D2F-861C-C633A45298F3}" type="presParOf" srcId="{5E14A3B1-6386-4676-B210-79998C54664F}" destId="{AEBD31FF-0C0B-4506-BBA0-F0404045B912}" srcOrd="0" destOrd="0" presId="urn:microsoft.com/office/officeart/2005/8/layout/orgChart1"/>
    <dgm:cxn modelId="{3B91491F-CE12-4DCF-912F-40B69855D5C7}" type="presParOf" srcId="{5E14A3B1-6386-4676-B210-79998C54664F}" destId="{0988CBEA-6552-4C32-A0D9-15191D162425}" srcOrd="1" destOrd="0" presId="urn:microsoft.com/office/officeart/2005/8/layout/orgChart1"/>
    <dgm:cxn modelId="{7470B51E-EF28-401B-B5D9-0A5FF87041E1}" type="presParOf" srcId="{0988CBEA-6552-4C32-A0D9-15191D162425}" destId="{35548EE9-FBC9-44F2-971E-E3F83246E66C}" srcOrd="0" destOrd="0" presId="urn:microsoft.com/office/officeart/2005/8/layout/orgChart1"/>
    <dgm:cxn modelId="{6DF1E46E-4C37-481C-8968-52A0D4E3BFF4}" type="presParOf" srcId="{35548EE9-FBC9-44F2-971E-E3F83246E66C}" destId="{BE8EDF4E-6142-4EE0-92AE-269B503574E7}" srcOrd="0" destOrd="0" presId="urn:microsoft.com/office/officeart/2005/8/layout/orgChart1"/>
    <dgm:cxn modelId="{E88C5069-565C-47AE-AB3B-BCDF83983CB5}" type="presParOf" srcId="{35548EE9-FBC9-44F2-971E-E3F83246E66C}" destId="{D93425F1-17DC-4F83-8547-934B76A7931B}" srcOrd="1" destOrd="0" presId="urn:microsoft.com/office/officeart/2005/8/layout/orgChart1"/>
    <dgm:cxn modelId="{8777323F-1B54-4AB2-A866-020E607520FB}" type="presParOf" srcId="{0988CBEA-6552-4C32-A0D9-15191D162425}" destId="{BA912D31-265E-45E3-8F3E-F01153553786}" srcOrd="1" destOrd="0" presId="urn:microsoft.com/office/officeart/2005/8/layout/orgChart1"/>
    <dgm:cxn modelId="{04820038-FAEE-425F-978F-1DF7C4295FA9}" type="presParOf" srcId="{0988CBEA-6552-4C32-A0D9-15191D162425}" destId="{6ADC0E19-BE52-4163-AD37-80616F1B14F0}" srcOrd="2" destOrd="0" presId="urn:microsoft.com/office/officeart/2005/8/layout/orgChart1"/>
    <dgm:cxn modelId="{37176802-CD94-42DB-A9FD-0062B65A2977}" type="presParOf" srcId="{5E14A3B1-6386-4676-B210-79998C54664F}" destId="{054CEDAA-BFA3-432C-853E-0B281A642844}" srcOrd="2" destOrd="0" presId="urn:microsoft.com/office/officeart/2005/8/layout/orgChart1"/>
    <dgm:cxn modelId="{74F92B7B-690A-4ECE-B6DB-F03AE7162C5E}" type="presParOf" srcId="{5E14A3B1-6386-4676-B210-79998C54664F}" destId="{DB38C891-11A9-473A-A8A2-11B1BA2B6332}" srcOrd="3" destOrd="0" presId="urn:microsoft.com/office/officeart/2005/8/layout/orgChart1"/>
    <dgm:cxn modelId="{AE6E3433-4D98-4ADD-AF86-346242FEF8AB}" type="presParOf" srcId="{DB38C891-11A9-473A-A8A2-11B1BA2B6332}" destId="{C0231EC7-EE0E-4102-BD81-BD74F46B3C89}" srcOrd="0" destOrd="0" presId="urn:microsoft.com/office/officeart/2005/8/layout/orgChart1"/>
    <dgm:cxn modelId="{7DA2936B-AC2D-42B9-B477-74FE654F9022}" type="presParOf" srcId="{C0231EC7-EE0E-4102-BD81-BD74F46B3C89}" destId="{8009D300-220B-416B-B59D-5BB10E332BF9}" srcOrd="0" destOrd="0" presId="urn:microsoft.com/office/officeart/2005/8/layout/orgChart1"/>
    <dgm:cxn modelId="{901F4A50-3CBC-456B-B741-953DC71B99C5}" type="presParOf" srcId="{C0231EC7-EE0E-4102-BD81-BD74F46B3C89}" destId="{FAC035B3-CC91-48E2-A2F0-5FA1ED37335D}" srcOrd="1" destOrd="0" presId="urn:microsoft.com/office/officeart/2005/8/layout/orgChart1"/>
    <dgm:cxn modelId="{5DB55FF6-1072-4CB7-AB7A-2736B1ECD129}" type="presParOf" srcId="{DB38C891-11A9-473A-A8A2-11B1BA2B6332}" destId="{3D7D02E7-88D9-4B2A-86EF-10FF578A1461}" srcOrd="1" destOrd="0" presId="urn:microsoft.com/office/officeart/2005/8/layout/orgChart1"/>
    <dgm:cxn modelId="{841A3B09-2752-409A-85C4-A777549FF150}" type="presParOf" srcId="{DB38C891-11A9-473A-A8A2-11B1BA2B6332}" destId="{0288A3A4-9FCB-4B80-95D7-92AD82908C31}" srcOrd="2" destOrd="0" presId="urn:microsoft.com/office/officeart/2005/8/layout/orgChart1"/>
    <dgm:cxn modelId="{7A21D236-9D64-4820-944E-2653FC92FF59}" type="presParOf" srcId="{120D1BD8-4536-4A59-8019-49E6AB9B30A2}" destId="{CE166315-C2B8-4E62-B7DE-CF97021A6D60}" srcOrd="2" destOrd="0" presId="urn:microsoft.com/office/officeart/2005/8/layout/orgChart1"/>
    <dgm:cxn modelId="{1B017C7F-8F41-44DF-A3C3-EF82F3F5A296}" type="presParOf" srcId="{1A514CDD-6ED6-44AD-8D6C-7EE39663F983}" destId="{B7EE0044-E333-4C78-B264-488C18F1D4EF}" srcOrd="4" destOrd="0" presId="urn:microsoft.com/office/officeart/2005/8/layout/orgChart1"/>
    <dgm:cxn modelId="{35AD3150-1377-4D8E-9B6B-471F953CA6F1}" type="presParOf" srcId="{1A514CDD-6ED6-44AD-8D6C-7EE39663F983}" destId="{A99724A2-8818-4ACD-BBF4-365964078CD7}" srcOrd="5" destOrd="0" presId="urn:microsoft.com/office/officeart/2005/8/layout/orgChart1"/>
    <dgm:cxn modelId="{3E4339FD-0379-46E5-85D5-A5882139EC64}" type="presParOf" srcId="{A99724A2-8818-4ACD-BBF4-365964078CD7}" destId="{8C546BB8-B93C-4CA5-B32C-2BB927A5B5AD}" srcOrd="0" destOrd="0" presId="urn:microsoft.com/office/officeart/2005/8/layout/orgChart1"/>
    <dgm:cxn modelId="{680411A5-3C87-416D-AB74-92C720C4F20B}" type="presParOf" srcId="{8C546BB8-B93C-4CA5-B32C-2BB927A5B5AD}" destId="{B04029A8-0562-48B2-AE02-AF9195ECAEDE}" srcOrd="0" destOrd="0" presId="urn:microsoft.com/office/officeart/2005/8/layout/orgChart1"/>
    <dgm:cxn modelId="{02BF16B0-A8AE-4EA0-90BB-9AFCA1757371}" type="presParOf" srcId="{8C546BB8-B93C-4CA5-B32C-2BB927A5B5AD}" destId="{014A5388-334E-4A34-8BC0-F0ECA7DCC618}" srcOrd="1" destOrd="0" presId="urn:microsoft.com/office/officeart/2005/8/layout/orgChart1"/>
    <dgm:cxn modelId="{4D57BCEF-34C5-4F86-99F3-40CD73926409}" type="presParOf" srcId="{A99724A2-8818-4ACD-BBF4-365964078CD7}" destId="{FDF399F8-67CC-433C-98D6-7E139FC0FAD4}" srcOrd="1" destOrd="0" presId="urn:microsoft.com/office/officeart/2005/8/layout/orgChart1"/>
    <dgm:cxn modelId="{5FC871C3-9BC9-43E0-935A-396F2DD166C8}" type="presParOf" srcId="{A99724A2-8818-4ACD-BBF4-365964078CD7}" destId="{2000D27C-D909-47E9-9256-4A327ED8DA96}" srcOrd="2" destOrd="0" presId="urn:microsoft.com/office/officeart/2005/8/layout/orgChart1"/>
    <dgm:cxn modelId="{D7029169-728C-42B5-AEF5-6A81922664C3}" type="presParOf" srcId="{1A514CDD-6ED6-44AD-8D6C-7EE39663F983}" destId="{1F54D015-D09E-4D71-922A-C29F7C37534B}" srcOrd="6" destOrd="0" presId="urn:microsoft.com/office/officeart/2005/8/layout/orgChart1"/>
    <dgm:cxn modelId="{5CC00DA4-87D5-47E6-AF2A-3EAEF4E7EC9B}" type="presParOf" srcId="{1A514CDD-6ED6-44AD-8D6C-7EE39663F983}" destId="{7A02BB2D-5416-4CFB-B943-D1BDA19E8023}" srcOrd="7" destOrd="0" presId="urn:microsoft.com/office/officeart/2005/8/layout/orgChart1"/>
    <dgm:cxn modelId="{6065DC52-8955-4C20-AF01-70C2218EDEA4}" type="presParOf" srcId="{7A02BB2D-5416-4CFB-B943-D1BDA19E8023}" destId="{40E2B7FB-4B60-4DD8-B5FA-4D2728C73844}" srcOrd="0" destOrd="0" presId="urn:microsoft.com/office/officeart/2005/8/layout/orgChart1"/>
    <dgm:cxn modelId="{4AAA10A8-90B4-4CB0-821D-F108F7E84BD8}" type="presParOf" srcId="{40E2B7FB-4B60-4DD8-B5FA-4D2728C73844}" destId="{A822A96B-6977-4F12-A705-829ED024D3F5}" srcOrd="0" destOrd="0" presId="urn:microsoft.com/office/officeart/2005/8/layout/orgChart1"/>
    <dgm:cxn modelId="{20FD5290-6373-4ED1-B109-A99CAF9B700C}" type="presParOf" srcId="{40E2B7FB-4B60-4DD8-B5FA-4D2728C73844}" destId="{196DF329-2967-4F2F-8597-16E65E7AE4AA}" srcOrd="1" destOrd="0" presId="urn:microsoft.com/office/officeart/2005/8/layout/orgChart1"/>
    <dgm:cxn modelId="{16906976-C49E-4319-9119-B8A582FF1A27}" type="presParOf" srcId="{7A02BB2D-5416-4CFB-B943-D1BDA19E8023}" destId="{6175FF50-243F-4D36-B716-CB89E6980769}" srcOrd="1" destOrd="0" presId="urn:microsoft.com/office/officeart/2005/8/layout/orgChart1"/>
    <dgm:cxn modelId="{BF9503A9-35C9-459B-8526-E9944D383B69}" type="presParOf" srcId="{7A02BB2D-5416-4CFB-B943-D1BDA19E8023}" destId="{9273B8B2-0DA4-4CFA-A713-DD37DB4A40CC}" srcOrd="2" destOrd="0" presId="urn:microsoft.com/office/officeart/2005/8/layout/orgChart1"/>
    <dgm:cxn modelId="{BCC0EBAF-D5F0-4B02-957D-33F9B44D5379}" type="presParOf" srcId="{9B4611D2-742C-40F5-B173-19EED3A0EB68}" destId="{D1FFE2CA-A624-420F-B69C-BC1B9688A7AF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94FB63C-E4E9-4529-98E0-AA298DA7A305}" type="doc">
      <dgm:prSet loTypeId="urn:microsoft.com/office/officeart/2005/8/layout/hierarchy5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CA34D92-67BC-4182-85D0-35D2641DBCF6}">
      <dgm:prSet/>
      <dgm:spPr>
        <a:solidFill>
          <a:srgbClr val="2B98E9"/>
        </a:solidFill>
        <a:ln>
          <a:solidFill>
            <a:srgbClr val="66FFCC"/>
          </a:solidFill>
        </a:ln>
      </dgm:spPr>
      <dgm:t>
        <a:bodyPr/>
        <a:lstStyle/>
        <a:p>
          <a:r>
            <a:rPr lang="en-US"/>
            <a:t>Evaluation</a:t>
          </a:r>
        </a:p>
      </dgm:t>
    </dgm:pt>
    <dgm:pt modelId="{120F6922-5EE8-48D7-A49F-D05B0342E84C}" type="parTrans" cxnId="{9FA379EC-F619-44DA-B451-BE0BB81A24CD}">
      <dgm:prSet/>
      <dgm:spPr/>
      <dgm:t>
        <a:bodyPr/>
        <a:lstStyle/>
        <a:p>
          <a:endParaRPr lang="en-US"/>
        </a:p>
      </dgm:t>
    </dgm:pt>
    <dgm:pt modelId="{803C8A6D-17B9-4F49-A60F-5DD1D36C1387}" type="sibTrans" cxnId="{9FA379EC-F619-44DA-B451-BE0BB81A24CD}">
      <dgm:prSet/>
      <dgm:spPr/>
      <dgm:t>
        <a:bodyPr/>
        <a:lstStyle/>
        <a:p>
          <a:endParaRPr lang="en-US"/>
        </a:p>
      </dgm:t>
    </dgm:pt>
    <dgm:pt modelId="{99E91E60-B820-45A0-A792-2947F4BF4282}">
      <dgm:prSet/>
      <dgm:spPr>
        <a:solidFill>
          <a:srgbClr val="2B98E9"/>
        </a:solidFill>
        <a:ln>
          <a:solidFill>
            <a:srgbClr val="66FFCC"/>
          </a:solidFill>
        </a:ln>
      </dgm:spPr>
      <dgm:t>
        <a:bodyPr/>
        <a:lstStyle/>
        <a:p>
          <a:r>
            <a:rPr lang="en-US"/>
            <a:t>Classification</a:t>
          </a:r>
        </a:p>
      </dgm:t>
    </dgm:pt>
    <dgm:pt modelId="{6834BEA5-4025-4E70-8091-FEED9E893F92}" type="parTrans" cxnId="{9779117F-8471-469A-9863-23DDE0ABAF4D}">
      <dgm:prSet/>
      <dgm:spPr/>
      <dgm:t>
        <a:bodyPr/>
        <a:lstStyle/>
        <a:p>
          <a:endParaRPr lang="en-US"/>
        </a:p>
      </dgm:t>
    </dgm:pt>
    <dgm:pt modelId="{E5525740-7D44-45E6-8224-688C107BC4FE}" type="sibTrans" cxnId="{9779117F-8471-469A-9863-23DDE0ABAF4D}">
      <dgm:prSet/>
      <dgm:spPr/>
      <dgm:t>
        <a:bodyPr/>
        <a:lstStyle/>
        <a:p>
          <a:endParaRPr lang="en-US"/>
        </a:p>
      </dgm:t>
    </dgm:pt>
    <dgm:pt modelId="{3949B9D2-9B75-4E43-8131-84307FA2A3B2}">
      <dgm:prSet/>
      <dgm:spPr>
        <a:solidFill>
          <a:srgbClr val="2B98E9"/>
        </a:solidFill>
        <a:ln>
          <a:solidFill>
            <a:srgbClr val="66FFCC"/>
          </a:solidFill>
        </a:ln>
      </dgm:spPr>
      <dgm:t>
        <a:bodyPr/>
        <a:lstStyle/>
        <a:p>
          <a:r>
            <a:rPr lang="en-US"/>
            <a:t>Balanced Dataset</a:t>
          </a:r>
        </a:p>
      </dgm:t>
    </dgm:pt>
    <dgm:pt modelId="{C0CD4F98-1475-4B92-B04F-0899A5933EDA}" type="parTrans" cxnId="{72397269-E744-4C1F-8823-1FFABB1509CC}">
      <dgm:prSet/>
      <dgm:spPr/>
      <dgm:t>
        <a:bodyPr/>
        <a:lstStyle/>
        <a:p>
          <a:endParaRPr lang="en-US"/>
        </a:p>
      </dgm:t>
    </dgm:pt>
    <dgm:pt modelId="{8D47395C-429E-4698-8A00-1415A0FFBD2B}" type="sibTrans" cxnId="{72397269-E744-4C1F-8823-1FFABB1509CC}">
      <dgm:prSet/>
      <dgm:spPr/>
      <dgm:t>
        <a:bodyPr/>
        <a:lstStyle/>
        <a:p>
          <a:endParaRPr lang="en-US"/>
        </a:p>
      </dgm:t>
    </dgm:pt>
    <dgm:pt modelId="{246018D8-19B0-4CA9-A596-D7F6330F7C5D}">
      <dgm:prSet/>
      <dgm:spPr>
        <a:solidFill>
          <a:srgbClr val="2B98E9"/>
        </a:solidFill>
        <a:ln>
          <a:solidFill>
            <a:srgbClr val="66FFCC"/>
          </a:solidFill>
        </a:ln>
      </dgm:spPr>
      <dgm:t>
        <a:bodyPr/>
        <a:lstStyle/>
        <a:p>
          <a:r>
            <a:rPr lang="en-US"/>
            <a:t>Accuracy</a:t>
          </a:r>
        </a:p>
      </dgm:t>
    </dgm:pt>
    <dgm:pt modelId="{002B1A8D-EE06-4A29-BF66-3EB736884F6A}" type="parTrans" cxnId="{32C889A4-0DDC-4F09-84F7-FCC09151489C}">
      <dgm:prSet/>
      <dgm:spPr/>
      <dgm:t>
        <a:bodyPr/>
        <a:lstStyle/>
        <a:p>
          <a:endParaRPr lang="en-US"/>
        </a:p>
      </dgm:t>
    </dgm:pt>
    <dgm:pt modelId="{6A9F33E0-6DB6-49F5-B21F-7708990F0356}" type="sibTrans" cxnId="{32C889A4-0DDC-4F09-84F7-FCC09151489C}">
      <dgm:prSet/>
      <dgm:spPr/>
      <dgm:t>
        <a:bodyPr/>
        <a:lstStyle/>
        <a:p>
          <a:endParaRPr lang="en-US"/>
        </a:p>
      </dgm:t>
    </dgm:pt>
    <dgm:pt modelId="{46C57360-BEBA-4E5E-B79F-CAF35E2D0E8A}">
      <dgm:prSet/>
      <dgm:spPr>
        <a:solidFill>
          <a:srgbClr val="2B98E9"/>
        </a:solidFill>
        <a:ln>
          <a:solidFill>
            <a:srgbClr val="66FFCC"/>
          </a:solidFill>
        </a:ln>
      </dgm:spPr>
      <dgm:t>
        <a:bodyPr/>
        <a:lstStyle/>
        <a:p>
          <a:r>
            <a:rPr lang="en-US"/>
            <a:t>Imbalanced Dataset</a:t>
          </a:r>
        </a:p>
      </dgm:t>
    </dgm:pt>
    <dgm:pt modelId="{8ED46224-26FF-4D51-9E10-8C4BD039FF21}" type="parTrans" cxnId="{5A6D138E-5D7B-4D9E-89D3-9F3C118A78BB}">
      <dgm:prSet/>
      <dgm:spPr/>
      <dgm:t>
        <a:bodyPr/>
        <a:lstStyle/>
        <a:p>
          <a:endParaRPr lang="en-US"/>
        </a:p>
      </dgm:t>
    </dgm:pt>
    <dgm:pt modelId="{D406D641-3A1C-429E-AE2E-32ADFEF97E75}" type="sibTrans" cxnId="{5A6D138E-5D7B-4D9E-89D3-9F3C118A78BB}">
      <dgm:prSet/>
      <dgm:spPr/>
      <dgm:t>
        <a:bodyPr/>
        <a:lstStyle/>
        <a:p>
          <a:endParaRPr lang="en-US"/>
        </a:p>
      </dgm:t>
    </dgm:pt>
    <dgm:pt modelId="{9E6FBC1F-0DF8-4C7E-B0C7-4DBCB1AD31F9}">
      <dgm:prSet/>
      <dgm:spPr>
        <a:solidFill>
          <a:srgbClr val="2B98E9"/>
        </a:solidFill>
        <a:ln>
          <a:solidFill>
            <a:srgbClr val="66FFCC"/>
          </a:solidFill>
        </a:ln>
      </dgm:spPr>
      <dgm:t>
        <a:bodyPr/>
        <a:lstStyle/>
        <a:p>
          <a:r>
            <a:rPr lang="en-US"/>
            <a:t>Precession</a:t>
          </a:r>
        </a:p>
      </dgm:t>
    </dgm:pt>
    <dgm:pt modelId="{B4F812EC-6D2E-45B5-9C77-B069350771FF}" type="parTrans" cxnId="{D45EEE4C-D593-4BC4-8F48-0598E7518638}">
      <dgm:prSet/>
      <dgm:spPr/>
      <dgm:t>
        <a:bodyPr/>
        <a:lstStyle/>
        <a:p>
          <a:endParaRPr lang="en-US"/>
        </a:p>
      </dgm:t>
    </dgm:pt>
    <dgm:pt modelId="{33FB69FD-8A9D-437B-8202-4B4C42E033B1}" type="sibTrans" cxnId="{D45EEE4C-D593-4BC4-8F48-0598E7518638}">
      <dgm:prSet/>
      <dgm:spPr/>
      <dgm:t>
        <a:bodyPr/>
        <a:lstStyle/>
        <a:p>
          <a:endParaRPr lang="en-US"/>
        </a:p>
      </dgm:t>
    </dgm:pt>
    <dgm:pt modelId="{FCD5BDFE-05F3-427E-A802-2C6DFA4F1765}">
      <dgm:prSet/>
      <dgm:spPr>
        <a:solidFill>
          <a:srgbClr val="2B98E9"/>
        </a:solidFill>
        <a:ln>
          <a:solidFill>
            <a:srgbClr val="66FFCC"/>
          </a:solidFill>
        </a:ln>
      </dgm:spPr>
      <dgm:t>
        <a:bodyPr/>
        <a:lstStyle/>
        <a:p>
          <a:r>
            <a:rPr lang="en-US"/>
            <a:t>Recall</a:t>
          </a:r>
        </a:p>
      </dgm:t>
    </dgm:pt>
    <dgm:pt modelId="{40A9CEC0-17C9-462A-844F-5266D9490C82}" type="parTrans" cxnId="{ECF5E262-E8FF-4DB1-9C7C-3155E0B5718D}">
      <dgm:prSet/>
      <dgm:spPr/>
      <dgm:t>
        <a:bodyPr/>
        <a:lstStyle/>
        <a:p>
          <a:endParaRPr lang="en-US"/>
        </a:p>
      </dgm:t>
    </dgm:pt>
    <dgm:pt modelId="{D67D6C92-5E30-4C79-AA1F-8B2BA8A4C647}" type="sibTrans" cxnId="{ECF5E262-E8FF-4DB1-9C7C-3155E0B5718D}">
      <dgm:prSet/>
      <dgm:spPr/>
      <dgm:t>
        <a:bodyPr/>
        <a:lstStyle/>
        <a:p>
          <a:endParaRPr lang="en-US"/>
        </a:p>
      </dgm:t>
    </dgm:pt>
    <dgm:pt modelId="{8BC4DB24-D261-470E-A3A3-6DB37C4867D5}">
      <dgm:prSet/>
      <dgm:spPr>
        <a:solidFill>
          <a:srgbClr val="2B98E9"/>
        </a:solidFill>
        <a:ln>
          <a:solidFill>
            <a:srgbClr val="66FFCC"/>
          </a:solidFill>
        </a:ln>
      </dgm:spPr>
      <dgm:t>
        <a:bodyPr/>
        <a:lstStyle/>
        <a:p>
          <a:r>
            <a:rPr lang="en-US"/>
            <a:t>F1</a:t>
          </a:r>
        </a:p>
      </dgm:t>
    </dgm:pt>
    <dgm:pt modelId="{D9D74925-A5C5-435E-99B2-2E9B6756161E}" type="parTrans" cxnId="{17D7C661-1FE1-4762-A661-E252E78DEB5F}">
      <dgm:prSet/>
      <dgm:spPr/>
      <dgm:t>
        <a:bodyPr/>
        <a:lstStyle/>
        <a:p>
          <a:endParaRPr lang="en-US"/>
        </a:p>
      </dgm:t>
    </dgm:pt>
    <dgm:pt modelId="{4A502151-991E-4AD4-852D-21765A491992}" type="sibTrans" cxnId="{17D7C661-1FE1-4762-A661-E252E78DEB5F}">
      <dgm:prSet/>
      <dgm:spPr/>
      <dgm:t>
        <a:bodyPr/>
        <a:lstStyle/>
        <a:p>
          <a:endParaRPr lang="en-US"/>
        </a:p>
      </dgm:t>
    </dgm:pt>
    <dgm:pt modelId="{F8C02AEC-51FD-47DE-89AD-2506EB993E9B}">
      <dgm:prSet/>
      <dgm:spPr>
        <a:solidFill>
          <a:srgbClr val="2B98E9"/>
        </a:solidFill>
        <a:ln>
          <a:solidFill>
            <a:srgbClr val="66FFCC"/>
          </a:solidFill>
        </a:ln>
      </dgm:spPr>
      <dgm:t>
        <a:bodyPr/>
        <a:lstStyle/>
        <a:p>
          <a:r>
            <a:rPr lang="en-US"/>
            <a:t>Regression</a:t>
          </a:r>
        </a:p>
      </dgm:t>
    </dgm:pt>
    <dgm:pt modelId="{F1E57BFC-2B27-49C3-B61F-D7D23A4281CC}" type="parTrans" cxnId="{7677B50F-0A2B-43B9-8920-3CBB267F3BA2}">
      <dgm:prSet/>
      <dgm:spPr/>
      <dgm:t>
        <a:bodyPr/>
        <a:lstStyle/>
        <a:p>
          <a:endParaRPr lang="en-US"/>
        </a:p>
      </dgm:t>
    </dgm:pt>
    <dgm:pt modelId="{5B264A7C-96DC-42BC-88CC-2C05192870FD}" type="sibTrans" cxnId="{7677B50F-0A2B-43B9-8920-3CBB267F3BA2}">
      <dgm:prSet/>
      <dgm:spPr/>
      <dgm:t>
        <a:bodyPr/>
        <a:lstStyle/>
        <a:p>
          <a:endParaRPr lang="en-US"/>
        </a:p>
      </dgm:t>
    </dgm:pt>
    <dgm:pt modelId="{ECD7C20C-C5EB-4321-BA33-784272660AFB}">
      <dgm:prSet/>
      <dgm:spPr>
        <a:solidFill>
          <a:srgbClr val="2B98E9"/>
        </a:solidFill>
        <a:ln>
          <a:solidFill>
            <a:srgbClr val="66FFCC"/>
          </a:solidFill>
        </a:ln>
      </dgm:spPr>
      <dgm:t>
        <a:bodyPr/>
        <a:lstStyle/>
        <a:p>
          <a:r>
            <a:rPr lang="en-US"/>
            <a:t>RMSE (Root Mean Square Error)</a:t>
          </a:r>
        </a:p>
      </dgm:t>
    </dgm:pt>
    <dgm:pt modelId="{B7347254-54C9-45F7-AAE5-BBEC72D03ABD}" type="parTrans" cxnId="{CA7E5716-89A1-470E-A372-1845BCCC7C7C}">
      <dgm:prSet/>
      <dgm:spPr/>
      <dgm:t>
        <a:bodyPr/>
        <a:lstStyle/>
        <a:p>
          <a:endParaRPr lang="en-US"/>
        </a:p>
      </dgm:t>
    </dgm:pt>
    <dgm:pt modelId="{65BB25AF-4F4B-4705-B714-70DC000FD884}" type="sibTrans" cxnId="{CA7E5716-89A1-470E-A372-1845BCCC7C7C}">
      <dgm:prSet/>
      <dgm:spPr/>
      <dgm:t>
        <a:bodyPr/>
        <a:lstStyle/>
        <a:p>
          <a:endParaRPr lang="en-US"/>
        </a:p>
      </dgm:t>
    </dgm:pt>
    <dgm:pt modelId="{58B96D79-782B-4BC8-89DB-25C7CF922DC5}">
      <dgm:prSet/>
      <dgm:spPr>
        <a:solidFill>
          <a:srgbClr val="2B98E9"/>
        </a:solidFill>
        <a:ln>
          <a:solidFill>
            <a:srgbClr val="66FFCC"/>
          </a:solidFill>
        </a:ln>
      </dgm:spPr>
      <dgm:t>
        <a:bodyPr/>
        <a:lstStyle/>
        <a:p>
          <a:r>
            <a:rPr lang="en-US"/>
            <a:t>MAE (Mean Absolute Error)</a:t>
          </a:r>
        </a:p>
      </dgm:t>
    </dgm:pt>
    <dgm:pt modelId="{79945A8D-5EF0-407F-B94E-13727554A734}" type="parTrans" cxnId="{D5A603B3-3A1C-45B5-BFDE-3BB7AE529918}">
      <dgm:prSet/>
      <dgm:spPr/>
      <dgm:t>
        <a:bodyPr/>
        <a:lstStyle/>
        <a:p>
          <a:endParaRPr lang="en-US"/>
        </a:p>
      </dgm:t>
    </dgm:pt>
    <dgm:pt modelId="{2FB2E9E4-93B8-4145-A523-D4F028C74AE0}" type="sibTrans" cxnId="{D5A603B3-3A1C-45B5-BFDE-3BB7AE529918}">
      <dgm:prSet/>
      <dgm:spPr/>
      <dgm:t>
        <a:bodyPr/>
        <a:lstStyle/>
        <a:p>
          <a:endParaRPr lang="en-US"/>
        </a:p>
      </dgm:t>
    </dgm:pt>
    <dgm:pt modelId="{EABCF99D-2805-4B49-A577-C579845CA49F}" type="pres">
      <dgm:prSet presAssocID="{D94FB63C-E4E9-4529-98E0-AA298DA7A305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AF77079-C321-45C6-893B-142A04F3491A}" type="pres">
      <dgm:prSet presAssocID="{D94FB63C-E4E9-4529-98E0-AA298DA7A305}" presName="hierFlow" presStyleCnt="0"/>
      <dgm:spPr/>
    </dgm:pt>
    <dgm:pt modelId="{564F1B30-25DA-498A-AB0F-110177024F5A}" type="pres">
      <dgm:prSet presAssocID="{D94FB63C-E4E9-4529-98E0-AA298DA7A305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510E45B0-65D3-44EE-9607-505CA42B12D2}" type="pres">
      <dgm:prSet presAssocID="{7CA34D92-67BC-4182-85D0-35D2641DBCF6}" presName="Name17" presStyleCnt="0"/>
      <dgm:spPr/>
    </dgm:pt>
    <dgm:pt modelId="{56951324-969D-4C60-83A9-4FA022E30517}" type="pres">
      <dgm:prSet presAssocID="{7CA34D92-67BC-4182-85D0-35D2641DBCF6}" presName="level1Shape" presStyleLbl="node0" presStyleIdx="0" presStyleCnt="1">
        <dgm:presLayoutVars>
          <dgm:chPref val="3"/>
        </dgm:presLayoutVars>
      </dgm:prSet>
      <dgm:spPr/>
    </dgm:pt>
    <dgm:pt modelId="{2D551505-0D4D-49B2-9AB9-B424CCC51598}" type="pres">
      <dgm:prSet presAssocID="{7CA34D92-67BC-4182-85D0-35D2641DBCF6}" presName="hierChild2" presStyleCnt="0"/>
      <dgm:spPr/>
    </dgm:pt>
    <dgm:pt modelId="{1B40D81F-E35D-460B-9701-EF369EB0904A}" type="pres">
      <dgm:prSet presAssocID="{6834BEA5-4025-4E70-8091-FEED9E893F92}" presName="Name25" presStyleLbl="parChTrans1D2" presStyleIdx="0" presStyleCnt="2"/>
      <dgm:spPr/>
    </dgm:pt>
    <dgm:pt modelId="{8543DBE7-A605-460F-9EA6-231090190015}" type="pres">
      <dgm:prSet presAssocID="{6834BEA5-4025-4E70-8091-FEED9E893F92}" presName="connTx" presStyleLbl="parChTrans1D2" presStyleIdx="0" presStyleCnt="2"/>
      <dgm:spPr/>
    </dgm:pt>
    <dgm:pt modelId="{8845AD47-D22A-4144-B88E-BF6158805A92}" type="pres">
      <dgm:prSet presAssocID="{99E91E60-B820-45A0-A792-2947F4BF4282}" presName="Name30" presStyleCnt="0"/>
      <dgm:spPr/>
    </dgm:pt>
    <dgm:pt modelId="{D4CE4FF9-39A4-42DE-81F6-280C235F817E}" type="pres">
      <dgm:prSet presAssocID="{99E91E60-B820-45A0-A792-2947F4BF4282}" presName="level2Shape" presStyleLbl="node2" presStyleIdx="0" presStyleCnt="2"/>
      <dgm:spPr/>
    </dgm:pt>
    <dgm:pt modelId="{6368FB7D-294E-4100-93B9-F4B014059B31}" type="pres">
      <dgm:prSet presAssocID="{99E91E60-B820-45A0-A792-2947F4BF4282}" presName="hierChild3" presStyleCnt="0"/>
      <dgm:spPr/>
    </dgm:pt>
    <dgm:pt modelId="{7CD3AB23-F41C-4C2C-BFE6-4CE398370F16}" type="pres">
      <dgm:prSet presAssocID="{C0CD4F98-1475-4B92-B04F-0899A5933EDA}" presName="Name25" presStyleLbl="parChTrans1D3" presStyleIdx="0" presStyleCnt="4"/>
      <dgm:spPr/>
    </dgm:pt>
    <dgm:pt modelId="{D5529671-829D-44CC-96B0-23FDCE78354C}" type="pres">
      <dgm:prSet presAssocID="{C0CD4F98-1475-4B92-B04F-0899A5933EDA}" presName="connTx" presStyleLbl="parChTrans1D3" presStyleIdx="0" presStyleCnt="4"/>
      <dgm:spPr/>
    </dgm:pt>
    <dgm:pt modelId="{7EFB2249-A65B-4766-BB49-9DE3C3524475}" type="pres">
      <dgm:prSet presAssocID="{3949B9D2-9B75-4E43-8131-84307FA2A3B2}" presName="Name30" presStyleCnt="0"/>
      <dgm:spPr/>
    </dgm:pt>
    <dgm:pt modelId="{C2763976-36C7-4BC7-9EC3-0AA698C049EF}" type="pres">
      <dgm:prSet presAssocID="{3949B9D2-9B75-4E43-8131-84307FA2A3B2}" presName="level2Shape" presStyleLbl="node3" presStyleIdx="0" presStyleCnt="4"/>
      <dgm:spPr/>
    </dgm:pt>
    <dgm:pt modelId="{4CFD6D91-4C1B-4832-9A78-88B9784306E8}" type="pres">
      <dgm:prSet presAssocID="{3949B9D2-9B75-4E43-8131-84307FA2A3B2}" presName="hierChild3" presStyleCnt="0"/>
      <dgm:spPr/>
    </dgm:pt>
    <dgm:pt modelId="{54AAD779-6700-4008-AB04-A621BEA02519}" type="pres">
      <dgm:prSet presAssocID="{002B1A8D-EE06-4A29-BF66-3EB736884F6A}" presName="Name25" presStyleLbl="parChTrans1D4" presStyleIdx="0" presStyleCnt="4"/>
      <dgm:spPr/>
    </dgm:pt>
    <dgm:pt modelId="{DEDFE042-9B12-4018-A146-9588C1ADBC81}" type="pres">
      <dgm:prSet presAssocID="{002B1A8D-EE06-4A29-BF66-3EB736884F6A}" presName="connTx" presStyleLbl="parChTrans1D4" presStyleIdx="0" presStyleCnt="4"/>
      <dgm:spPr/>
    </dgm:pt>
    <dgm:pt modelId="{B76D21D5-E69F-4AFE-A981-C96288BF8C72}" type="pres">
      <dgm:prSet presAssocID="{246018D8-19B0-4CA9-A596-D7F6330F7C5D}" presName="Name30" presStyleCnt="0"/>
      <dgm:spPr/>
    </dgm:pt>
    <dgm:pt modelId="{BCBD0FD2-D4AD-481B-BD47-2A435EEFC973}" type="pres">
      <dgm:prSet presAssocID="{246018D8-19B0-4CA9-A596-D7F6330F7C5D}" presName="level2Shape" presStyleLbl="node4" presStyleIdx="0" presStyleCnt="4"/>
      <dgm:spPr/>
    </dgm:pt>
    <dgm:pt modelId="{17149E79-47B5-467C-B43E-166F1202BC20}" type="pres">
      <dgm:prSet presAssocID="{246018D8-19B0-4CA9-A596-D7F6330F7C5D}" presName="hierChild3" presStyleCnt="0"/>
      <dgm:spPr/>
    </dgm:pt>
    <dgm:pt modelId="{5C8E3D75-E284-4008-A3F2-26667C6E4FFB}" type="pres">
      <dgm:prSet presAssocID="{8ED46224-26FF-4D51-9E10-8C4BD039FF21}" presName="Name25" presStyleLbl="parChTrans1D3" presStyleIdx="1" presStyleCnt="4"/>
      <dgm:spPr/>
    </dgm:pt>
    <dgm:pt modelId="{0CED70FD-1C1B-4409-B9C2-89EA33B7C3E1}" type="pres">
      <dgm:prSet presAssocID="{8ED46224-26FF-4D51-9E10-8C4BD039FF21}" presName="connTx" presStyleLbl="parChTrans1D3" presStyleIdx="1" presStyleCnt="4"/>
      <dgm:spPr/>
    </dgm:pt>
    <dgm:pt modelId="{682DD9B2-3244-45CC-97A4-B531089D9556}" type="pres">
      <dgm:prSet presAssocID="{46C57360-BEBA-4E5E-B79F-CAF35E2D0E8A}" presName="Name30" presStyleCnt="0"/>
      <dgm:spPr/>
    </dgm:pt>
    <dgm:pt modelId="{E6D979E5-4411-4EA5-A691-2B003256A7E8}" type="pres">
      <dgm:prSet presAssocID="{46C57360-BEBA-4E5E-B79F-CAF35E2D0E8A}" presName="level2Shape" presStyleLbl="node3" presStyleIdx="1" presStyleCnt="4"/>
      <dgm:spPr/>
    </dgm:pt>
    <dgm:pt modelId="{849C7D5C-3847-47E1-A6D7-77D8D2B9C6F4}" type="pres">
      <dgm:prSet presAssocID="{46C57360-BEBA-4E5E-B79F-CAF35E2D0E8A}" presName="hierChild3" presStyleCnt="0"/>
      <dgm:spPr/>
    </dgm:pt>
    <dgm:pt modelId="{7DC3B757-16B1-4BE3-B46F-67A46B14AC6B}" type="pres">
      <dgm:prSet presAssocID="{B4F812EC-6D2E-45B5-9C77-B069350771FF}" presName="Name25" presStyleLbl="parChTrans1D4" presStyleIdx="1" presStyleCnt="4"/>
      <dgm:spPr/>
    </dgm:pt>
    <dgm:pt modelId="{91559BA4-1B81-4A31-870A-47C35E228F68}" type="pres">
      <dgm:prSet presAssocID="{B4F812EC-6D2E-45B5-9C77-B069350771FF}" presName="connTx" presStyleLbl="parChTrans1D4" presStyleIdx="1" presStyleCnt="4"/>
      <dgm:spPr/>
    </dgm:pt>
    <dgm:pt modelId="{05673DA2-DC3A-4160-A52E-F0B07070B16A}" type="pres">
      <dgm:prSet presAssocID="{9E6FBC1F-0DF8-4C7E-B0C7-4DBCB1AD31F9}" presName="Name30" presStyleCnt="0"/>
      <dgm:spPr/>
    </dgm:pt>
    <dgm:pt modelId="{2BFD63A3-62E6-4F59-8593-6C11AB97FF59}" type="pres">
      <dgm:prSet presAssocID="{9E6FBC1F-0DF8-4C7E-B0C7-4DBCB1AD31F9}" presName="level2Shape" presStyleLbl="node4" presStyleIdx="1" presStyleCnt="4"/>
      <dgm:spPr/>
    </dgm:pt>
    <dgm:pt modelId="{1D6D8709-8907-400C-90E7-245A24759EDB}" type="pres">
      <dgm:prSet presAssocID="{9E6FBC1F-0DF8-4C7E-B0C7-4DBCB1AD31F9}" presName="hierChild3" presStyleCnt="0"/>
      <dgm:spPr/>
    </dgm:pt>
    <dgm:pt modelId="{17E746F7-668F-4CCB-9276-6A458974672F}" type="pres">
      <dgm:prSet presAssocID="{40A9CEC0-17C9-462A-844F-5266D9490C82}" presName="Name25" presStyleLbl="parChTrans1D4" presStyleIdx="2" presStyleCnt="4"/>
      <dgm:spPr/>
    </dgm:pt>
    <dgm:pt modelId="{3AA531EF-2229-470F-BBC8-F3B07B6E6693}" type="pres">
      <dgm:prSet presAssocID="{40A9CEC0-17C9-462A-844F-5266D9490C82}" presName="connTx" presStyleLbl="parChTrans1D4" presStyleIdx="2" presStyleCnt="4"/>
      <dgm:spPr/>
    </dgm:pt>
    <dgm:pt modelId="{17AEBBB1-7333-477C-814B-59B20BC79636}" type="pres">
      <dgm:prSet presAssocID="{FCD5BDFE-05F3-427E-A802-2C6DFA4F1765}" presName="Name30" presStyleCnt="0"/>
      <dgm:spPr/>
    </dgm:pt>
    <dgm:pt modelId="{20EAF8EA-F488-4C1C-8F52-E63ED9015BF7}" type="pres">
      <dgm:prSet presAssocID="{FCD5BDFE-05F3-427E-A802-2C6DFA4F1765}" presName="level2Shape" presStyleLbl="node4" presStyleIdx="2" presStyleCnt="4"/>
      <dgm:spPr/>
    </dgm:pt>
    <dgm:pt modelId="{A5829B10-EE83-449D-8D78-E2C04D007481}" type="pres">
      <dgm:prSet presAssocID="{FCD5BDFE-05F3-427E-A802-2C6DFA4F1765}" presName="hierChild3" presStyleCnt="0"/>
      <dgm:spPr/>
    </dgm:pt>
    <dgm:pt modelId="{FD0FF1E5-BDA8-4B14-BF99-B93EC38ED46F}" type="pres">
      <dgm:prSet presAssocID="{D9D74925-A5C5-435E-99B2-2E9B6756161E}" presName="Name25" presStyleLbl="parChTrans1D4" presStyleIdx="3" presStyleCnt="4"/>
      <dgm:spPr/>
    </dgm:pt>
    <dgm:pt modelId="{EA5F8E64-E1F7-4C08-9C43-BDCDC4167C0C}" type="pres">
      <dgm:prSet presAssocID="{D9D74925-A5C5-435E-99B2-2E9B6756161E}" presName="connTx" presStyleLbl="parChTrans1D4" presStyleIdx="3" presStyleCnt="4"/>
      <dgm:spPr/>
    </dgm:pt>
    <dgm:pt modelId="{472422AB-9234-434E-B0D8-E570337A3319}" type="pres">
      <dgm:prSet presAssocID="{8BC4DB24-D261-470E-A3A3-6DB37C4867D5}" presName="Name30" presStyleCnt="0"/>
      <dgm:spPr/>
    </dgm:pt>
    <dgm:pt modelId="{8D62F943-E85B-41C2-926E-A503E3735980}" type="pres">
      <dgm:prSet presAssocID="{8BC4DB24-D261-470E-A3A3-6DB37C4867D5}" presName="level2Shape" presStyleLbl="node4" presStyleIdx="3" presStyleCnt="4"/>
      <dgm:spPr/>
    </dgm:pt>
    <dgm:pt modelId="{6C87AEE0-56B5-41DF-B292-7583D1816C2A}" type="pres">
      <dgm:prSet presAssocID="{8BC4DB24-D261-470E-A3A3-6DB37C4867D5}" presName="hierChild3" presStyleCnt="0"/>
      <dgm:spPr/>
    </dgm:pt>
    <dgm:pt modelId="{335C1E1D-ACAC-4998-AAF9-E9C3C97C3CD0}" type="pres">
      <dgm:prSet presAssocID="{F1E57BFC-2B27-49C3-B61F-D7D23A4281CC}" presName="Name25" presStyleLbl="parChTrans1D2" presStyleIdx="1" presStyleCnt="2"/>
      <dgm:spPr/>
    </dgm:pt>
    <dgm:pt modelId="{E649554C-AA6C-4E27-8F00-043A32A69D83}" type="pres">
      <dgm:prSet presAssocID="{F1E57BFC-2B27-49C3-B61F-D7D23A4281CC}" presName="connTx" presStyleLbl="parChTrans1D2" presStyleIdx="1" presStyleCnt="2"/>
      <dgm:spPr/>
    </dgm:pt>
    <dgm:pt modelId="{AF0741E1-AB49-4604-B2FE-52F93FEC7937}" type="pres">
      <dgm:prSet presAssocID="{F8C02AEC-51FD-47DE-89AD-2506EB993E9B}" presName="Name30" presStyleCnt="0"/>
      <dgm:spPr/>
    </dgm:pt>
    <dgm:pt modelId="{41D45A3E-303C-470F-864B-76C75D722430}" type="pres">
      <dgm:prSet presAssocID="{F8C02AEC-51FD-47DE-89AD-2506EB993E9B}" presName="level2Shape" presStyleLbl="node2" presStyleIdx="1" presStyleCnt="2"/>
      <dgm:spPr/>
    </dgm:pt>
    <dgm:pt modelId="{0DC034CD-7E95-4250-98D5-68C07B221C61}" type="pres">
      <dgm:prSet presAssocID="{F8C02AEC-51FD-47DE-89AD-2506EB993E9B}" presName="hierChild3" presStyleCnt="0"/>
      <dgm:spPr/>
    </dgm:pt>
    <dgm:pt modelId="{58817522-91AB-4BC0-A6A7-9A0FE9460700}" type="pres">
      <dgm:prSet presAssocID="{B7347254-54C9-45F7-AAE5-BBEC72D03ABD}" presName="Name25" presStyleLbl="parChTrans1D3" presStyleIdx="2" presStyleCnt="4"/>
      <dgm:spPr/>
    </dgm:pt>
    <dgm:pt modelId="{C6FCC3E4-BBF2-407C-A362-148EE8D588DC}" type="pres">
      <dgm:prSet presAssocID="{B7347254-54C9-45F7-AAE5-BBEC72D03ABD}" presName="connTx" presStyleLbl="parChTrans1D3" presStyleIdx="2" presStyleCnt="4"/>
      <dgm:spPr/>
    </dgm:pt>
    <dgm:pt modelId="{1C2B40B1-1EF0-43C9-B23F-84CE5040248F}" type="pres">
      <dgm:prSet presAssocID="{ECD7C20C-C5EB-4321-BA33-784272660AFB}" presName="Name30" presStyleCnt="0"/>
      <dgm:spPr/>
    </dgm:pt>
    <dgm:pt modelId="{9DA0A9CC-5EBB-48AB-B901-02CB74FB6ED7}" type="pres">
      <dgm:prSet presAssocID="{ECD7C20C-C5EB-4321-BA33-784272660AFB}" presName="level2Shape" presStyleLbl="node3" presStyleIdx="2" presStyleCnt="4"/>
      <dgm:spPr/>
    </dgm:pt>
    <dgm:pt modelId="{A824E693-FF63-4496-9901-4191BE61A162}" type="pres">
      <dgm:prSet presAssocID="{ECD7C20C-C5EB-4321-BA33-784272660AFB}" presName="hierChild3" presStyleCnt="0"/>
      <dgm:spPr/>
    </dgm:pt>
    <dgm:pt modelId="{DEC05D5A-6415-4FC7-9815-AE71264B31FA}" type="pres">
      <dgm:prSet presAssocID="{79945A8D-5EF0-407F-B94E-13727554A734}" presName="Name25" presStyleLbl="parChTrans1D3" presStyleIdx="3" presStyleCnt="4"/>
      <dgm:spPr/>
    </dgm:pt>
    <dgm:pt modelId="{C836EA29-71C2-401E-84AD-DB4A56938C53}" type="pres">
      <dgm:prSet presAssocID="{79945A8D-5EF0-407F-B94E-13727554A734}" presName="connTx" presStyleLbl="parChTrans1D3" presStyleIdx="3" presStyleCnt="4"/>
      <dgm:spPr/>
    </dgm:pt>
    <dgm:pt modelId="{79983375-2F34-40F0-9FC7-88E58B19A8AA}" type="pres">
      <dgm:prSet presAssocID="{58B96D79-782B-4BC8-89DB-25C7CF922DC5}" presName="Name30" presStyleCnt="0"/>
      <dgm:spPr/>
    </dgm:pt>
    <dgm:pt modelId="{DD6AB252-557F-48F8-85E7-954775FDC83B}" type="pres">
      <dgm:prSet presAssocID="{58B96D79-782B-4BC8-89DB-25C7CF922DC5}" presName="level2Shape" presStyleLbl="node3" presStyleIdx="3" presStyleCnt="4"/>
      <dgm:spPr/>
    </dgm:pt>
    <dgm:pt modelId="{EFC869BC-42D9-4F94-B038-017BCB973A25}" type="pres">
      <dgm:prSet presAssocID="{58B96D79-782B-4BC8-89DB-25C7CF922DC5}" presName="hierChild3" presStyleCnt="0"/>
      <dgm:spPr/>
    </dgm:pt>
    <dgm:pt modelId="{C995C53D-2D8E-469B-A2BF-CD658AF49872}" type="pres">
      <dgm:prSet presAssocID="{D94FB63C-E4E9-4529-98E0-AA298DA7A305}" presName="bgShapesFlow" presStyleCnt="0"/>
      <dgm:spPr/>
    </dgm:pt>
  </dgm:ptLst>
  <dgm:cxnLst>
    <dgm:cxn modelId="{00465D03-5339-427A-A0A3-2ADBDA29BB99}" type="presOf" srcId="{40A9CEC0-17C9-462A-844F-5266D9490C82}" destId="{17E746F7-668F-4CCB-9276-6A458974672F}" srcOrd="0" destOrd="0" presId="urn:microsoft.com/office/officeart/2005/8/layout/hierarchy5"/>
    <dgm:cxn modelId="{C6013106-D7F2-458D-83FA-EB2D61E03D3D}" type="presOf" srcId="{D94FB63C-E4E9-4529-98E0-AA298DA7A305}" destId="{EABCF99D-2805-4B49-A577-C579845CA49F}" srcOrd="0" destOrd="0" presId="urn:microsoft.com/office/officeart/2005/8/layout/hierarchy5"/>
    <dgm:cxn modelId="{7677B50F-0A2B-43B9-8920-3CBB267F3BA2}" srcId="{7CA34D92-67BC-4182-85D0-35D2641DBCF6}" destId="{F8C02AEC-51FD-47DE-89AD-2506EB993E9B}" srcOrd="1" destOrd="0" parTransId="{F1E57BFC-2B27-49C3-B61F-D7D23A4281CC}" sibTransId="{5B264A7C-96DC-42BC-88CC-2C05192870FD}"/>
    <dgm:cxn modelId="{CA7E5716-89A1-470E-A372-1845BCCC7C7C}" srcId="{F8C02AEC-51FD-47DE-89AD-2506EB993E9B}" destId="{ECD7C20C-C5EB-4321-BA33-784272660AFB}" srcOrd="0" destOrd="0" parTransId="{B7347254-54C9-45F7-AAE5-BBEC72D03ABD}" sibTransId="{65BB25AF-4F4B-4705-B714-70DC000FD884}"/>
    <dgm:cxn modelId="{F9568C23-C4E2-4155-9BE0-86B4B7D5BC36}" type="presOf" srcId="{7CA34D92-67BC-4182-85D0-35D2641DBCF6}" destId="{56951324-969D-4C60-83A9-4FA022E30517}" srcOrd="0" destOrd="0" presId="urn:microsoft.com/office/officeart/2005/8/layout/hierarchy5"/>
    <dgm:cxn modelId="{9021602A-986F-480D-83B7-D9DC1CD652A6}" type="presOf" srcId="{F1E57BFC-2B27-49C3-B61F-D7D23A4281CC}" destId="{335C1E1D-ACAC-4998-AAF9-E9C3C97C3CD0}" srcOrd="0" destOrd="0" presId="urn:microsoft.com/office/officeart/2005/8/layout/hierarchy5"/>
    <dgm:cxn modelId="{DC50132C-FDEE-4940-954C-94DAA9CE5E2F}" type="presOf" srcId="{6834BEA5-4025-4E70-8091-FEED9E893F92}" destId="{8543DBE7-A605-460F-9EA6-231090190015}" srcOrd="1" destOrd="0" presId="urn:microsoft.com/office/officeart/2005/8/layout/hierarchy5"/>
    <dgm:cxn modelId="{15CA5737-8CF7-42EC-939E-A4BA3ED95A4E}" type="presOf" srcId="{002B1A8D-EE06-4A29-BF66-3EB736884F6A}" destId="{DEDFE042-9B12-4018-A146-9588C1ADBC81}" srcOrd="1" destOrd="0" presId="urn:microsoft.com/office/officeart/2005/8/layout/hierarchy5"/>
    <dgm:cxn modelId="{43F3933F-D635-41B4-89F8-0E85C1D9E529}" type="presOf" srcId="{6834BEA5-4025-4E70-8091-FEED9E893F92}" destId="{1B40D81F-E35D-460B-9701-EF369EB0904A}" srcOrd="0" destOrd="0" presId="urn:microsoft.com/office/officeart/2005/8/layout/hierarchy5"/>
    <dgm:cxn modelId="{5A68E93F-D572-475C-86E6-94DCA4B9CDFD}" type="presOf" srcId="{9E6FBC1F-0DF8-4C7E-B0C7-4DBCB1AD31F9}" destId="{2BFD63A3-62E6-4F59-8593-6C11AB97FF59}" srcOrd="0" destOrd="0" presId="urn:microsoft.com/office/officeart/2005/8/layout/hierarchy5"/>
    <dgm:cxn modelId="{B253765B-E210-4288-B51F-C808330D3042}" type="presOf" srcId="{B7347254-54C9-45F7-AAE5-BBEC72D03ABD}" destId="{58817522-91AB-4BC0-A6A7-9A0FE9460700}" srcOrd="0" destOrd="0" presId="urn:microsoft.com/office/officeart/2005/8/layout/hierarchy5"/>
    <dgm:cxn modelId="{07623E5F-37EE-4E34-9E99-C0B42A9E48E2}" type="presOf" srcId="{8BC4DB24-D261-470E-A3A3-6DB37C4867D5}" destId="{8D62F943-E85B-41C2-926E-A503E3735980}" srcOrd="0" destOrd="0" presId="urn:microsoft.com/office/officeart/2005/8/layout/hierarchy5"/>
    <dgm:cxn modelId="{498D7A41-2635-48F7-9115-8A7025FEAA2A}" type="presOf" srcId="{3949B9D2-9B75-4E43-8131-84307FA2A3B2}" destId="{C2763976-36C7-4BC7-9EC3-0AA698C049EF}" srcOrd="0" destOrd="0" presId="urn:microsoft.com/office/officeart/2005/8/layout/hierarchy5"/>
    <dgm:cxn modelId="{17D7C661-1FE1-4762-A661-E252E78DEB5F}" srcId="{46C57360-BEBA-4E5E-B79F-CAF35E2D0E8A}" destId="{8BC4DB24-D261-470E-A3A3-6DB37C4867D5}" srcOrd="2" destOrd="0" parTransId="{D9D74925-A5C5-435E-99B2-2E9B6756161E}" sibTransId="{4A502151-991E-4AD4-852D-21765A491992}"/>
    <dgm:cxn modelId="{ECF5E262-E8FF-4DB1-9C7C-3155E0B5718D}" srcId="{46C57360-BEBA-4E5E-B79F-CAF35E2D0E8A}" destId="{FCD5BDFE-05F3-427E-A802-2C6DFA4F1765}" srcOrd="1" destOrd="0" parTransId="{40A9CEC0-17C9-462A-844F-5266D9490C82}" sibTransId="{D67D6C92-5E30-4C79-AA1F-8B2BA8A4C647}"/>
    <dgm:cxn modelId="{BCB44D47-F2E0-4566-9C07-40B5346A3508}" type="presOf" srcId="{246018D8-19B0-4CA9-A596-D7F6330F7C5D}" destId="{BCBD0FD2-D4AD-481B-BD47-2A435EEFC973}" srcOrd="0" destOrd="0" presId="urn:microsoft.com/office/officeart/2005/8/layout/hierarchy5"/>
    <dgm:cxn modelId="{BD8F6F68-9C7C-4D15-AD19-0B4949CE8470}" type="presOf" srcId="{8ED46224-26FF-4D51-9E10-8C4BD039FF21}" destId="{5C8E3D75-E284-4008-A3F2-26667C6E4FFB}" srcOrd="0" destOrd="0" presId="urn:microsoft.com/office/officeart/2005/8/layout/hierarchy5"/>
    <dgm:cxn modelId="{E1CCBC48-F79D-424D-B73D-992775F6EE10}" type="presOf" srcId="{40A9CEC0-17C9-462A-844F-5266D9490C82}" destId="{3AA531EF-2229-470F-BBC8-F3B07B6E6693}" srcOrd="1" destOrd="0" presId="urn:microsoft.com/office/officeart/2005/8/layout/hierarchy5"/>
    <dgm:cxn modelId="{72397269-E744-4C1F-8823-1FFABB1509CC}" srcId="{99E91E60-B820-45A0-A792-2947F4BF4282}" destId="{3949B9D2-9B75-4E43-8131-84307FA2A3B2}" srcOrd="0" destOrd="0" parTransId="{C0CD4F98-1475-4B92-B04F-0899A5933EDA}" sibTransId="{8D47395C-429E-4698-8A00-1415A0FFBD2B}"/>
    <dgm:cxn modelId="{D45EEE4C-D593-4BC4-8F48-0598E7518638}" srcId="{46C57360-BEBA-4E5E-B79F-CAF35E2D0E8A}" destId="{9E6FBC1F-0DF8-4C7E-B0C7-4DBCB1AD31F9}" srcOrd="0" destOrd="0" parTransId="{B4F812EC-6D2E-45B5-9C77-B069350771FF}" sibTransId="{33FB69FD-8A9D-437B-8202-4B4C42E033B1}"/>
    <dgm:cxn modelId="{4DFC537A-F0E4-4A95-B8B6-C9FD6E5E73F3}" type="presOf" srcId="{D9D74925-A5C5-435E-99B2-2E9B6756161E}" destId="{FD0FF1E5-BDA8-4B14-BF99-B93EC38ED46F}" srcOrd="0" destOrd="0" presId="urn:microsoft.com/office/officeart/2005/8/layout/hierarchy5"/>
    <dgm:cxn modelId="{9779117F-8471-469A-9863-23DDE0ABAF4D}" srcId="{7CA34D92-67BC-4182-85D0-35D2641DBCF6}" destId="{99E91E60-B820-45A0-A792-2947F4BF4282}" srcOrd="0" destOrd="0" parTransId="{6834BEA5-4025-4E70-8091-FEED9E893F92}" sibTransId="{E5525740-7D44-45E6-8224-688C107BC4FE}"/>
    <dgm:cxn modelId="{5A6D138E-5D7B-4D9E-89D3-9F3C118A78BB}" srcId="{99E91E60-B820-45A0-A792-2947F4BF4282}" destId="{46C57360-BEBA-4E5E-B79F-CAF35E2D0E8A}" srcOrd="1" destOrd="0" parTransId="{8ED46224-26FF-4D51-9E10-8C4BD039FF21}" sibTransId="{D406D641-3A1C-429E-AE2E-32ADFEF97E75}"/>
    <dgm:cxn modelId="{7E69C494-446C-40B4-ACC3-BA4BA5607274}" type="presOf" srcId="{8ED46224-26FF-4D51-9E10-8C4BD039FF21}" destId="{0CED70FD-1C1B-4409-B9C2-89EA33B7C3E1}" srcOrd="1" destOrd="0" presId="urn:microsoft.com/office/officeart/2005/8/layout/hierarchy5"/>
    <dgm:cxn modelId="{5F244896-1249-461E-A8A0-802B82087966}" type="presOf" srcId="{C0CD4F98-1475-4B92-B04F-0899A5933EDA}" destId="{7CD3AB23-F41C-4C2C-BFE6-4CE398370F16}" srcOrd="0" destOrd="0" presId="urn:microsoft.com/office/officeart/2005/8/layout/hierarchy5"/>
    <dgm:cxn modelId="{32C889A4-0DDC-4F09-84F7-FCC09151489C}" srcId="{3949B9D2-9B75-4E43-8131-84307FA2A3B2}" destId="{246018D8-19B0-4CA9-A596-D7F6330F7C5D}" srcOrd="0" destOrd="0" parTransId="{002B1A8D-EE06-4A29-BF66-3EB736884F6A}" sibTransId="{6A9F33E0-6DB6-49F5-B21F-7708990F0356}"/>
    <dgm:cxn modelId="{E28C38AF-0973-49CD-A220-7B8E30D84837}" type="presOf" srcId="{B7347254-54C9-45F7-AAE5-BBEC72D03ABD}" destId="{C6FCC3E4-BBF2-407C-A362-148EE8D588DC}" srcOrd="1" destOrd="0" presId="urn:microsoft.com/office/officeart/2005/8/layout/hierarchy5"/>
    <dgm:cxn modelId="{D91672AF-CC48-4606-A179-C3374AEC7E98}" type="presOf" srcId="{C0CD4F98-1475-4B92-B04F-0899A5933EDA}" destId="{D5529671-829D-44CC-96B0-23FDCE78354C}" srcOrd="1" destOrd="0" presId="urn:microsoft.com/office/officeart/2005/8/layout/hierarchy5"/>
    <dgm:cxn modelId="{D5A603B3-3A1C-45B5-BFDE-3BB7AE529918}" srcId="{F8C02AEC-51FD-47DE-89AD-2506EB993E9B}" destId="{58B96D79-782B-4BC8-89DB-25C7CF922DC5}" srcOrd="1" destOrd="0" parTransId="{79945A8D-5EF0-407F-B94E-13727554A734}" sibTransId="{2FB2E9E4-93B8-4145-A523-D4F028C74AE0}"/>
    <dgm:cxn modelId="{A96C47C3-1F1F-4348-9F6D-0662AC27BA86}" type="presOf" srcId="{79945A8D-5EF0-407F-B94E-13727554A734}" destId="{C836EA29-71C2-401E-84AD-DB4A56938C53}" srcOrd="1" destOrd="0" presId="urn:microsoft.com/office/officeart/2005/8/layout/hierarchy5"/>
    <dgm:cxn modelId="{18A2BED5-7E7D-4930-81FD-BF0300FB1549}" type="presOf" srcId="{ECD7C20C-C5EB-4321-BA33-784272660AFB}" destId="{9DA0A9CC-5EBB-48AB-B901-02CB74FB6ED7}" srcOrd="0" destOrd="0" presId="urn:microsoft.com/office/officeart/2005/8/layout/hierarchy5"/>
    <dgm:cxn modelId="{1E81D4D9-735B-4C11-832A-AE63B6B3C804}" type="presOf" srcId="{FCD5BDFE-05F3-427E-A802-2C6DFA4F1765}" destId="{20EAF8EA-F488-4C1C-8F52-E63ED9015BF7}" srcOrd="0" destOrd="0" presId="urn:microsoft.com/office/officeart/2005/8/layout/hierarchy5"/>
    <dgm:cxn modelId="{162366E2-C690-4084-A4B8-A8A5D5A477DA}" type="presOf" srcId="{99E91E60-B820-45A0-A792-2947F4BF4282}" destId="{D4CE4FF9-39A4-42DE-81F6-280C235F817E}" srcOrd="0" destOrd="0" presId="urn:microsoft.com/office/officeart/2005/8/layout/hierarchy5"/>
    <dgm:cxn modelId="{A9C7B1E2-AB52-473C-8157-A6866A76B820}" type="presOf" srcId="{58B96D79-782B-4BC8-89DB-25C7CF922DC5}" destId="{DD6AB252-557F-48F8-85E7-954775FDC83B}" srcOrd="0" destOrd="0" presId="urn:microsoft.com/office/officeart/2005/8/layout/hierarchy5"/>
    <dgm:cxn modelId="{C8460CE4-F470-4CEB-8247-56D4167027DB}" type="presOf" srcId="{D9D74925-A5C5-435E-99B2-2E9B6756161E}" destId="{EA5F8E64-E1F7-4C08-9C43-BDCDC4167C0C}" srcOrd="1" destOrd="0" presId="urn:microsoft.com/office/officeart/2005/8/layout/hierarchy5"/>
    <dgm:cxn modelId="{47EEC4EB-1BF6-45C5-A034-23487B8D02F9}" type="presOf" srcId="{79945A8D-5EF0-407F-B94E-13727554A734}" destId="{DEC05D5A-6415-4FC7-9815-AE71264B31FA}" srcOrd="0" destOrd="0" presId="urn:microsoft.com/office/officeart/2005/8/layout/hierarchy5"/>
    <dgm:cxn modelId="{9FA379EC-F619-44DA-B451-BE0BB81A24CD}" srcId="{D94FB63C-E4E9-4529-98E0-AA298DA7A305}" destId="{7CA34D92-67BC-4182-85D0-35D2641DBCF6}" srcOrd="0" destOrd="0" parTransId="{120F6922-5EE8-48D7-A49F-D05B0342E84C}" sibTransId="{803C8A6D-17B9-4F49-A60F-5DD1D36C1387}"/>
    <dgm:cxn modelId="{30C7E6F1-83AD-4E3B-83A0-987DD162B471}" type="presOf" srcId="{002B1A8D-EE06-4A29-BF66-3EB736884F6A}" destId="{54AAD779-6700-4008-AB04-A621BEA02519}" srcOrd="0" destOrd="0" presId="urn:microsoft.com/office/officeart/2005/8/layout/hierarchy5"/>
    <dgm:cxn modelId="{96F710F2-9A74-4D15-925A-29D6FCA1AB32}" type="presOf" srcId="{46C57360-BEBA-4E5E-B79F-CAF35E2D0E8A}" destId="{E6D979E5-4411-4EA5-A691-2B003256A7E8}" srcOrd="0" destOrd="0" presId="urn:microsoft.com/office/officeart/2005/8/layout/hierarchy5"/>
    <dgm:cxn modelId="{AEE376F5-4FB4-48B2-913E-C54BD4598B3C}" type="presOf" srcId="{B4F812EC-6D2E-45B5-9C77-B069350771FF}" destId="{91559BA4-1B81-4A31-870A-47C35E228F68}" srcOrd="1" destOrd="0" presId="urn:microsoft.com/office/officeart/2005/8/layout/hierarchy5"/>
    <dgm:cxn modelId="{98638EFA-390B-4CC9-B63F-53C734185D5D}" type="presOf" srcId="{B4F812EC-6D2E-45B5-9C77-B069350771FF}" destId="{7DC3B757-16B1-4BE3-B46F-67A46B14AC6B}" srcOrd="0" destOrd="0" presId="urn:microsoft.com/office/officeart/2005/8/layout/hierarchy5"/>
    <dgm:cxn modelId="{5FCB28FC-CEAD-477D-BCD1-5206F4BE3044}" type="presOf" srcId="{F1E57BFC-2B27-49C3-B61F-D7D23A4281CC}" destId="{E649554C-AA6C-4E27-8F00-043A32A69D83}" srcOrd="1" destOrd="0" presId="urn:microsoft.com/office/officeart/2005/8/layout/hierarchy5"/>
    <dgm:cxn modelId="{758C85FD-AC2B-4058-8E48-7B21CBB3D49F}" type="presOf" srcId="{F8C02AEC-51FD-47DE-89AD-2506EB993E9B}" destId="{41D45A3E-303C-470F-864B-76C75D722430}" srcOrd="0" destOrd="0" presId="urn:microsoft.com/office/officeart/2005/8/layout/hierarchy5"/>
    <dgm:cxn modelId="{2FC7839D-2E56-49FD-8477-0BE6F3F825EF}" type="presParOf" srcId="{EABCF99D-2805-4B49-A577-C579845CA49F}" destId="{CAF77079-C321-45C6-893B-142A04F3491A}" srcOrd="0" destOrd="0" presId="urn:microsoft.com/office/officeart/2005/8/layout/hierarchy5"/>
    <dgm:cxn modelId="{EA5FA682-0E37-4CD5-980E-8A2ABC689967}" type="presParOf" srcId="{CAF77079-C321-45C6-893B-142A04F3491A}" destId="{564F1B30-25DA-498A-AB0F-110177024F5A}" srcOrd="0" destOrd="0" presId="urn:microsoft.com/office/officeart/2005/8/layout/hierarchy5"/>
    <dgm:cxn modelId="{74424893-29DD-40DA-B549-A41EFCC5707E}" type="presParOf" srcId="{564F1B30-25DA-498A-AB0F-110177024F5A}" destId="{510E45B0-65D3-44EE-9607-505CA42B12D2}" srcOrd="0" destOrd="0" presId="urn:microsoft.com/office/officeart/2005/8/layout/hierarchy5"/>
    <dgm:cxn modelId="{69A6A219-1F04-41AB-B7CC-A77AD6185AC1}" type="presParOf" srcId="{510E45B0-65D3-44EE-9607-505CA42B12D2}" destId="{56951324-969D-4C60-83A9-4FA022E30517}" srcOrd="0" destOrd="0" presId="urn:microsoft.com/office/officeart/2005/8/layout/hierarchy5"/>
    <dgm:cxn modelId="{85E74DF7-75F8-4767-AD45-8CF60F92C893}" type="presParOf" srcId="{510E45B0-65D3-44EE-9607-505CA42B12D2}" destId="{2D551505-0D4D-49B2-9AB9-B424CCC51598}" srcOrd="1" destOrd="0" presId="urn:microsoft.com/office/officeart/2005/8/layout/hierarchy5"/>
    <dgm:cxn modelId="{A48F6BF6-1F92-40E7-8204-E745E702DA6E}" type="presParOf" srcId="{2D551505-0D4D-49B2-9AB9-B424CCC51598}" destId="{1B40D81F-E35D-460B-9701-EF369EB0904A}" srcOrd="0" destOrd="0" presId="urn:microsoft.com/office/officeart/2005/8/layout/hierarchy5"/>
    <dgm:cxn modelId="{109CD692-5014-4267-8C37-EA6AFDB582DE}" type="presParOf" srcId="{1B40D81F-E35D-460B-9701-EF369EB0904A}" destId="{8543DBE7-A605-460F-9EA6-231090190015}" srcOrd="0" destOrd="0" presId="urn:microsoft.com/office/officeart/2005/8/layout/hierarchy5"/>
    <dgm:cxn modelId="{BAB7A771-F4A6-4DB8-83CA-591416B356EE}" type="presParOf" srcId="{2D551505-0D4D-49B2-9AB9-B424CCC51598}" destId="{8845AD47-D22A-4144-B88E-BF6158805A92}" srcOrd="1" destOrd="0" presId="urn:microsoft.com/office/officeart/2005/8/layout/hierarchy5"/>
    <dgm:cxn modelId="{67BDBAD4-5270-49CD-9949-2B00D3A82AD6}" type="presParOf" srcId="{8845AD47-D22A-4144-B88E-BF6158805A92}" destId="{D4CE4FF9-39A4-42DE-81F6-280C235F817E}" srcOrd="0" destOrd="0" presId="urn:microsoft.com/office/officeart/2005/8/layout/hierarchy5"/>
    <dgm:cxn modelId="{6EC1E92B-3097-4228-8FF8-A2C74E6582B1}" type="presParOf" srcId="{8845AD47-D22A-4144-B88E-BF6158805A92}" destId="{6368FB7D-294E-4100-93B9-F4B014059B31}" srcOrd="1" destOrd="0" presId="urn:microsoft.com/office/officeart/2005/8/layout/hierarchy5"/>
    <dgm:cxn modelId="{8A8AE1C2-AE64-4B7A-83D9-6FEC9BCB4CEB}" type="presParOf" srcId="{6368FB7D-294E-4100-93B9-F4B014059B31}" destId="{7CD3AB23-F41C-4C2C-BFE6-4CE398370F16}" srcOrd="0" destOrd="0" presId="urn:microsoft.com/office/officeart/2005/8/layout/hierarchy5"/>
    <dgm:cxn modelId="{95E0C7E3-2EE0-4038-B0F9-0E7C62658B36}" type="presParOf" srcId="{7CD3AB23-F41C-4C2C-BFE6-4CE398370F16}" destId="{D5529671-829D-44CC-96B0-23FDCE78354C}" srcOrd="0" destOrd="0" presId="urn:microsoft.com/office/officeart/2005/8/layout/hierarchy5"/>
    <dgm:cxn modelId="{475DCBAA-78F2-4EB1-9361-D79149CC529D}" type="presParOf" srcId="{6368FB7D-294E-4100-93B9-F4B014059B31}" destId="{7EFB2249-A65B-4766-BB49-9DE3C3524475}" srcOrd="1" destOrd="0" presId="urn:microsoft.com/office/officeart/2005/8/layout/hierarchy5"/>
    <dgm:cxn modelId="{31E62297-66FA-4F6A-A00C-31576CA8D208}" type="presParOf" srcId="{7EFB2249-A65B-4766-BB49-9DE3C3524475}" destId="{C2763976-36C7-4BC7-9EC3-0AA698C049EF}" srcOrd="0" destOrd="0" presId="urn:microsoft.com/office/officeart/2005/8/layout/hierarchy5"/>
    <dgm:cxn modelId="{0C3E057C-A013-46DF-B243-0A7D1A559E81}" type="presParOf" srcId="{7EFB2249-A65B-4766-BB49-9DE3C3524475}" destId="{4CFD6D91-4C1B-4832-9A78-88B9784306E8}" srcOrd="1" destOrd="0" presId="urn:microsoft.com/office/officeart/2005/8/layout/hierarchy5"/>
    <dgm:cxn modelId="{F443BF9E-AE66-45D6-9BDE-DA6F671D00E0}" type="presParOf" srcId="{4CFD6D91-4C1B-4832-9A78-88B9784306E8}" destId="{54AAD779-6700-4008-AB04-A621BEA02519}" srcOrd="0" destOrd="0" presId="urn:microsoft.com/office/officeart/2005/8/layout/hierarchy5"/>
    <dgm:cxn modelId="{A5EA67E3-8C54-4997-833D-39635FF7E115}" type="presParOf" srcId="{54AAD779-6700-4008-AB04-A621BEA02519}" destId="{DEDFE042-9B12-4018-A146-9588C1ADBC81}" srcOrd="0" destOrd="0" presId="urn:microsoft.com/office/officeart/2005/8/layout/hierarchy5"/>
    <dgm:cxn modelId="{05C34311-D1A8-45A3-8A98-6294AF9AD1A8}" type="presParOf" srcId="{4CFD6D91-4C1B-4832-9A78-88B9784306E8}" destId="{B76D21D5-E69F-4AFE-A981-C96288BF8C72}" srcOrd="1" destOrd="0" presId="urn:microsoft.com/office/officeart/2005/8/layout/hierarchy5"/>
    <dgm:cxn modelId="{3D104BF2-072F-4CED-A8D4-C2E56CE13FE4}" type="presParOf" srcId="{B76D21D5-E69F-4AFE-A981-C96288BF8C72}" destId="{BCBD0FD2-D4AD-481B-BD47-2A435EEFC973}" srcOrd="0" destOrd="0" presId="urn:microsoft.com/office/officeart/2005/8/layout/hierarchy5"/>
    <dgm:cxn modelId="{F2263797-AE0A-4CBC-8CF6-172CBC1C8E2F}" type="presParOf" srcId="{B76D21D5-E69F-4AFE-A981-C96288BF8C72}" destId="{17149E79-47B5-467C-B43E-166F1202BC20}" srcOrd="1" destOrd="0" presId="urn:microsoft.com/office/officeart/2005/8/layout/hierarchy5"/>
    <dgm:cxn modelId="{F9DCEAA1-BEC8-44EB-8DF4-46A8BEAE89C1}" type="presParOf" srcId="{6368FB7D-294E-4100-93B9-F4B014059B31}" destId="{5C8E3D75-E284-4008-A3F2-26667C6E4FFB}" srcOrd="2" destOrd="0" presId="urn:microsoft.com/office/officeart/2005/8/layout/hierarchy5"/>
    <dgm:cxn modelId="{0DE56D52-03BD-419B-969A-7F338A960D58}" type="presParOf" srcId="{5C8E3D75-E284-4008-A3F2-26667C6E4FFB}" destId="{0CED70FD-1C1B-4409-B9C2-89EA33B7C3E1}" srcOrd="0" destOrd="0" presId="urn:microsoft.com/office/officeart/2005/8/layout/hierarchy5"/>
    <dgm:cxn modelId="{A5486491-3E43-43D3-A239-EADEE73477AF}" type="presParOf" srcId="{6368FB7D-294E-4100-93B9-F4B014059B31}" destId="{682DD9B2-3244-45CC-97A4-B531089D9556}" srcOrd="3" destOrd="0" presId="urn:microsoft.com/office/officeart/2005/8/layout/hierarchy5"/>
    <dgm:cxn modelId="{616DC292-6D8D-4607-B65A-17290F3DA61C}" type="presParOf" srcId="{682DD9B2-3244-45CC-97A4-B531089D9556}" destId="{E6D979E5-4411-4EA5-A691-2B003256A7E8}" srcOrd="0" destOrd="0" presId="urn:microsoft.com/office/officeart/2005/8/layout/hierarchy5"/>
    <dgm:cxn modelId="{460C833F-3C5A-41AC-A6C9-513BFF0B5DAF}" type="presParOf" srcId="{682DD9B2-3244-45CC-97A4-B531089D9556}" destId="{849C7D5C-3847-47E1-A6D7-77D8D2B9C6F4}" srcOrd="1" destOrd="0" presId="urn:microsoft.com/office/officeart/2005/8/layout/hierarchy5"/>
    <dgm:cxn modelId="{684D78B6-4E3C-41EB-8E17-7DDE465731DC}" type="presParOf" srcId="{849C7D5C-3847-47E1-A6D7-77D8D2B9C6F4}" destId="{7DC3B757-16B1-4BE3-B46F-67A46B14AC6B}" srcOrd="0" destOrd="0" presId="urn:microsoft.com/office/officeart/2005/8/layout/hierarchy5"/>
    <dgm:cxn modelId="{05B400FA-737C-417D-8F21-A60312832CD3}" type="presParOf" srcId="{7DC3B757-16B1-4BE3-B46F-67A46B14AC6B}" destId="{91559BA4-1B81-4A31-870A-47C35E228F68}" srcOrd="0" destOrd="0" presId="urn:microsoft.com/office/officeart/2005/8/layout/hierarchy5"/>
    <dgm:cxn modelId="{9AF51F47-3839-41F7-A0BB-1734C43E7049}" type="presParOf" srcId="{849C7D5C-3847-47E1-A6D7-77D8D2B9C6F4}" destId="{05673DA2-DC3A-4160-A52E-F0B07070B16A}" srcOrd="1" destOrd="0" presId="urn:microsoft.com/office/officeart/2005/8/layout/hierarchy5"/>
    <dgm:cxn modelId="{A2031CA8-59A2-44E7-90FA-BD63D3585692}" type="presParOf" srcId="{05673DA2-DC3A-4160-A52E-F0B07070B16A}" destId="{2BFD63A3-62E6-4F59-8593-6C11AB97FF59}" srcOrd="0" destOrd="0" presId="urn:microsoft.com/office/officeart/2005/8/layout/hierarchy5"/>
    <dgm:cxn modelId="{F46E33F7-5D40-4DB2-9966-C7FB4BB54DDE}" type="presParOf" srcId="{05673DA2-DC3A-4160-A52E-F0B07070B16A}" destId="{1D6D8709-8907-400C-90E7-245A24759EDB}" srcOrd="1" destOrd="0" presId="urn:microsoft.com/office/officeart/2005/8/layout/hierarchy5"/>
    <dgm:cxn modelId="{BD1E7068-2C67-4C5F-AD46-B15C4FBD3A13}" type="presParOf" srcId="{849C7D5C-3847-47E1-A6D7-77D8D2B9C6F4}" destId="{17E746F7-668F-4CCB-9276-6A458974672F}" srcOrd="2" destOrd="0" presId="urn:microsoft.com/office/officeart/2005/8/layout/hierarchy5"/>
    <dgm:cxn modelId="{7DF068B8-C856-4C7E-A6E1-8927688F3A30}" type="presParOf" srcId="{17E746F7-668F-4CCB-9276-6A458974672F}" destId="{3AA531EF-2229-470F-BBC8-F3B07B6E6693}" srcOrd="0" destOrd="0" presId="urn:microsoft.com/office/officeart/2005/8/layout/hierarchy5"/>
    <dgm:cxn modelId="{8399596F-043B-4F8A-9D57-7804EF61CC0C}" type="presParOf" srcId="{849C7D5C-3847-47E1-A6D7-77D8D2B9C6F4}" destId="{17AEBBB1-7333-477C-814B-59B20BC79636}" srcOrd="3" destOrd="0" presId="urn:microsoft.com/office/officeart/2005/8/layout/hierarchy5"/>
    <dgm:cxn modelId="{3E2D9E1A-C015-4B36-91ED-213140A9541C}" type="presParOf" srcId="{17AEBBB1-7333-477C-814B-59B20BC79636}" destId="{20EAF8EA-F488-4C1C-8F52-E63ED9015BF7}" srcOrd="0" destOrd="0" presId="urn:microsoft.com/office/officeart/2005/8/layout/hierarchy5"/>
    <dgm:cxn modelId="{21E1F083-F933-4172-9A78-AB895C7F8A37}" type="presParOf" srcId="{17AEBBB1-7333-477C-814B-59B20BC79636}" destId="{A5829B10-EE83-449D-8D78-E2C04D007481}" srcOrd="1" destOrd="0" presId="urn:microsoft.com/office/officeart/2005/8/layout/hierarchy5"/>
    <dgm:cxn modelId="{ED9D7A9E-6014-462A-8283-B6C5FB52F10E}" type="presParOf" srcId="{849C7D5C-3847-47E1-A6D7-77D8D2B9C6F4}" destId="{FD0FF1E5-BDA8-4B14-BF99-B93EC38ED46F}" srcOrd="4" destOrd="0" presId="urn:microsoft.com/office/officeart/2005/8/layout/hierarchy5"/>
    <dgm:cxn modelId="{A452661A-8266-4336-8553-D72EE588966E}" type="presParOf" srcId="{FD0FF1E5-BDA8-4B14-BF99-B93EC38ED46F}" destId="{EA5F8E64-E1F7-4C08-9C43-BDCDC4167C0C}" srcOrd="0" destOrd="0" presId="urn:microsoft.com/office/officeart/2005/8/layout/hierarchy5"/>
    <dgm:cxn modelId="{6D01710F-26D9-4B90-BFD2-B48E60997E8B}" type="presParOf" srcId="{849C7D5C-3847-47E1-A6D7-77D8D2B9C6F4}" destId="{472422AB-9234-434E-B0D8-E570337A3319}" srcOrd="5" destOrd="0" presId="urn:microsoft.com/office/officeart/2005/8/layout/hierarchy5"/>
    <dgm:cxn modelId="{834991B9-E134-4EA5-ACC2-C6FE5B84546A}" type="presParOf" srcId="{472422AB-9234-434E-B0D8-E570337A3319}" destId="{8D62F943-E85B-41C2-926E-A503E3735980}" srcOrd="0" destOrd="0" presId="urn:microsoft.com/office/officeart/2005/8/layout/hierarchy5"/>
    <dgm:cxn modelId="{1DD8D86A-6C98-4370-8DA5-0960ADC02E43}" type="presParOf" srcId="{472422AB-9234-434E-B0D8-E570337A3319}" destId="{6C87AEE0-56B5-41DF-B292-7583D1816C2A}" srcOrd="1" destOrd="0" presId="urn:microsoft.com/office/officeart/2005/8/layout/hierarchy5"/>
    <dgm:cxn modelId="{9239CF47-4A8E-477D-B797-DAFFCE2A8E8B}" type="presParOf" srcId="{2D551505-0D4D-49B2-9AB9-B424CCC51598}" destId="{335C1E1D-ACAC-4998-AAF9-E9C3C97C3CD0}" srcOrd="2" destOrd="0" presId="urn:microsoft.com/office/officeart/2005/8/layout/hierarchy5"/>
    <dgm:cxn modelId="{8EB8D17E-6CFC-46ED-B4E5-EF2ECBDD9251}" type="presParOf" srcId="{335C1E1D-ACAC-4998-AAF9-E9C3C97C3CD0}" destId="{E649554C-AA6C-4E27-8F00-043A32A69D83}" srcOrd="0" destOrd="0" presId="urn:microsoft.com/office/officeart/2005/8/layout/hierarchy5"/>
    <dgm:cxn modelId="{6E1DA75F-A360-44DA-98B0-348A9B109DAC}" type="presParOf" srcId="{2D551505-0D4D-49B2-9AB9-B424CCC51598}" destId="{AF0741E1-AB49-4604-B2FE-52F93FEC7937}" srcOrd="3" destOrd="0" presId="urn:microsoft.com/office/officeart/2005/8/layout/hierarchy5"/>
    <dgm:cxn modelId="{B11EF903-48F5-48F6-BBF2-8021EE7FCB39}" type="presParOf" srcId="{AF0741E1-AB49-4604-B2FE-52F93FEC7937}" destId="{41D45A3E-303C-470F-864B-76C75D722430}" srcOrd="0" destOrd="0" presId="urn:microsoft.com/office/officeart/2005/8/layout/hierarchy5"/>
    <dgm:cxn modelId="{B70176CF-730D-4F86-AEEA-C3C1716288AF}" type="presParOf" srcId="{AF0741E1-AB49-4604-B2FE-52F93FEC7937}" destId="{0DC034CD-7E95-4250-98D5-68C07B221C61}" srcOrd="1" destOrd="0" presId="urn:microsoft.com/office/officeart/2005/8/layout/hierarchy5"/>
    <dgm:cxn modelId="{6000EF94-1EC7-4060-A112-D85032582F56}" type="presParOf" srcId="{0DC034CD-7E95-4250-98D5-68C07B221C61}" destId="{58817522-91AB-4BC0-A6A7-9A0FE9460700}" srcOrd="0" destOrd="0" presId="urn:microsoft.com/office/officeart/2005/8/layout/hierarchy5"/>
    <dgm:cxn modelId="{5E6B908C-0334-4C72-846A-55B8BA275FB3}" type="presParOf" srcId="{58817522-91AB-4BC0-A6A7-9A0FE9460700}" destId="{C6FCC3E4-BBF2-407C-A362-148EE8D588DC}" srcOrd="0" destOrd="0" presId="urn:microsoft.com/office/officeart/2005/8/layout/hierarchy5"/>
    <dgm:cxn modelId="{267EDDF0-1B6D-4A6D-9C34-EA3ED9BD9473}" type="presParOf" srcId="{0DC034CD-7E95-4250-98D5-68C07B221C61}" destId="{1C2B40B1-1EF0-43C9-B23F-84CE5040248F}" srcOrd="1" destOrd="0" presId="urn:microsoft.com/office/officeart/2005/8/layout/hierarchy5"/>
    <dgm:cxn modelId="{EF11E678-D510-4B0E-B38D-91E2F7137EC9}" type="presParOf" srcId="{1C2B40B1-1EF0-43C9-B23F-84CE5040248F}" destId="{9DA0A9CC-5EBB-48AB-B901-02CB74FB6ED7}" srcOrd="0" destOrd="0" presId="urn:microsoft.com/office/officeart/2005/8/layout/hierarchy5"/>
    <dgm:cxn modelId="{69EFC9EB-8108-4DE2-8B12-C486BADBC35B}" type="presParOf" srcId="{1C2B40B1-1EF0-43C9-B23F-84CE5040248F}" destId="{A824E693-FF63-4496-9901-4191BE61A162}" srcOrd="1" destOrd="0" presId="urn:microsoft.com/office/officeart/2005/8/layout/hierarchy5"/>
    <dgm:cxn modelId="{DF860EB0-C197-495A-AAB0-6878941F61DA}" type="presParOf" srcId="{0DC034CD-7E95-4250-98D5-68C07B221C61}" destId="{DEC05D5A-6415-4FC7-9815-AE71264B31FA}" srcOrd="2" destOrd="0" presId="urn:microsoft.com/office/officeart/2005/8/layout/hierarchy5"/>
    <dgm:cxn modelId="{E5F0A771-7FEE-4E64-A9CF-F76F2207F0BD}" type="presParOf" srcId="{DEC05D5A-6415-4FC7-9815-AE71264B31FA}" destId="{C836EA29-71C2-401E-84AD-DB4A56938C53}" srcOrd="0" destOrd="0" presId="urn:microsoft.com/office/officeart/2005/8/layout/hierarchy5"/>
    <dgm:cxn modelId="{62D26765-029A-4D46-A60D-6D326F90CA8F}" type="presParOf" srcId="{0DC034CD-7E95-4250-98D5-68C07B221C61}" destId="{79983375-2F34-40F0-9FC7-88E58B19A8AA}" srcOrd="3" destOrd="0" presId="urn:microsoft.com/office/officeart/2005/8/layout/hierarchy5"/>
    <dgm:cxn modelId="{1EFD0D57-742E-45D5-A7C2-F734C3B0C1BD}" type="presParOf" srcId="{79983375-2F34-40F0-9FC7-88E58B19A8AA}" destId="{DD6AB252-557F-48F8-85E7-954775FDC83B}" srcOrd="0" destOrd="0" presId="urn:microsoft.com/office/officeart/2005/8/layout/hierarchy5"/>
    <dgm:cxn modelId="{A158FA34-303D-4F46-93D3-F52FBA2CF984}" type="presParOf" srcId="{79983375-2F34-40F0-9FC7-88E58B19A8AA}" destId="{EFC869BC-42D9-4F94-B038-017BCB973A25}" srcOrd="1" destOrd="0" presId="urn:microsoft.com/office/officeart/2005/8/layout/hierarchy5"/>
    <dgm:cxn modelId="{0CA25016-94CC-49BD-97B2-A812C944319D}" type="presParOf" srcId="{EABCF99D-2805-4B49-A577-C579845CA49F}" destId="{C995C53D-2D8E-469B-A2BF-CD658AF49872}" srcOrd="1" destOrd="0" presId="urn:microsoft.com/office/officeart/2005/8/layout/hierarchy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E7CD03-2818-467F-B409-30C4FF8A851C}">
      <dsp:nvSpPr>
        <dsp:cNvPr id="0" name=""/>
        <dsp:cNvSpPr/>
      </dsp:nvSpPr>
      <dsp:spPr>
        <a:xfrm>
          <a:off x="7077739" y="4630636"/>
          <a:ext cx="361720" cy="282141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21418"/>
              </a:lnTo>
              <a:lnTo>
                <a:pt x="361720" y="2821418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A107248-90BD-4B60-A69B-F3B65C502586}">
      <dsp:nvSpPr>
        <dsp:cNvPr id="0" name=""/>
        <dsp:cNvSpPr/>
      </dsp:nvSpPr>
      <dsp:spPr>
        <a:xfrm>
          <a:off x="7077739" y="4630636"/>
          <a:ext cx="361720" cy="11092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9275"/>
              </a:lnTo>
              <a:lnTo>
                <a:pt x="361720" y="110927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234869-97F8-4BF7-A3F4-F63DD004E89A}">
      <dsp:nvSpPr>
        <dsp:cNvPr id="0" name=""/>
        <dsp:cNvSpPr/>
      </dsp:nvSpPr>
      <dsp:spPr>
        <a:xfrm>
          <a:off x="6583388" y="2918493"/>
          <a:ext cx="1458938" cy="50640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3204"/>
              </a:lnTo>
              <a:lnTo>
                <a:pt x="1458938" y="253204"/>
              </a:lnTo>
              <a:lnTo>
                <a:pt x="1458938" y="506408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FAD69DF-F147-442F-A572-20344262716E}">
      <dsp:nvSpPr>
        <dsp:cNvPr id="0" name=""/>
        <dsp:cNvSpPr/>
      </dsp:nvSpPr>
      <dsp:spPr>
        <a:xfrm>
          <a:off x="4159862" y="4630636"/>
          <a:ext cx="361720" cy="282141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21418"/>
              </a:lnTo>
              <a:lnTo>
                <a:pt x="361720" y="2821418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056A08-E0FA-4B54-9A38-57FBDCF81A83}">
      <dsp:nvSpPr>
        <dsp:cNvPr id="0" name=""/>
        <dsp:cNvSpPr/>
      </dsp:nvSpPr>
      <dsp:spPr>
        <a:xfrm>
          <a:off x="4159862" y="4630636"/>
          <a:ext cx="361720" cy="11092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9275"/>
              </a:lnTo>
              <a:lnTo>
                <a:pt x="361720" y="110927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5B94A77-02DA-4116-8803-DB751ED2018C}">
      <dsp:nvSpPr>
        <dsp:cNvPr id="0" name=""/>
        <dsp:cNvSpPr/>
      </dsp:nvSpPr>
      <dsp:spPr>
        <a:xfrm>
          <a:off x="5124450" y="2918493"/>
          <a:ext cx="1458938" cy="506408"/>
        </a:xfrm>
        <a:custGeom>
          <a:avLst/>
          <a:gdLst/>
          <a:ahLst/>
          <a:cxnLst/>
          <a:rect l="0" t="0" r="0" b="0"/>
          <a:pathLst>
            <a:path>
              <a:moveTo>
                <a:pt x="1458938" y="0"/>
              </a:moveTo>
              <a:lnTo>
                <a:pt x="1458938" y="253204"/>
              </a:lnTo>
              <a:lnTo>
                <a:pt x="0" y="253204"/>
              </a:lnTo>
              <a:lnTo>
                <a:pt x="0" y="506408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9A5D7EA-4FAD-431A-8A79-1859A45BCD86}">
      <dsp:nvSpPr>
        <dsp:cNvPr id="0" name=""/>
        <dsp:cNvSpPr/>
      </dsp:nvSpPr>
      <dsp:spPr>
        <a:xfrm>
          <a:off x="4093546" y="1206350"/>
          <a:ext cx="2489841" cy="50640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3204"/>
              </a:lnTo>
              <a:lnTo>
                <a:pt x="2489841" y="253204"/>
              </a:lnTo>
              <a:lnTo>
                <a:pt x="2489841" y="50640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1917846-425D-4D98-9799-47D540F33834}">
      <dsp:nvSpPr>
        <dsp:cNvPr id="0" name=""/>
        <dsp:cNvSpPr/>
      </dsp:nvSpPr>
      <dsp:spPr>
        <a:xfrm>
          <a:off x="639117" y="2918493"/>
          <a:ext cx="361720" cy="282141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21418"/>
              </a:lnTo>
              <a:lnTo>
                <a:pt x="361720" y="2821418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F661A95-CFB7-4FF0-B2E0-F52F34084DB5}">
      <dsp:nvSpPr>
        <dsp:cNvPr id="0" name=""/>
        <dsp:cNvSpPr/>
      </dsp:nvSpPr>
      <dsp:spPr>
        <a:xfrm>
          <a:off x="639117" y="2918493"/>
          <a:ext cx="361720" cy="11092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9275"/>
              </a:lnTo>
              <a:lnTo>
                <a:pt x="361720" y="110927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003241-9D11-49A5-85F8-E6CD5E448406}">
      <dsp:nvSpPr>
        <dsp:cNvPr id="0" name=""/>
        <dsp:cNvSpPr/>
      </dsp:nvSpPr>
      <dsp:spPr>
        <a:xfrm>
          <a:off x="1603705" y="1206350"/>
          <a:ext cx="2489841" cy="506408"/>
        </a:xfrm>
        <a:custGeom>
          <a:avLst/>
          <a:gdLst/>
          <a:ahLst/>
          <a:cxnLst/>
          <a:rect l="0" t="0" r="0" b="0"/>
          <a:pathLst>
            <a:path>
              <a:moveTo>
                <a:pt x="2489841" y="0"/>
              </a:moveTo>
              <a:lnTo>
                <a:pt x="2489841" y="253204"/>
              </a:lnTo>
              <a:lnTo>
                <a:pt x="0" y="253204"/>
              </a:lnTo>
              <a:lnTo>
                <a:pt x="0" y="50640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C2AA954-0BEB-4597-9FB7-C0F735376D3E}">
      <dsp:nvSpPr>
        <dsp:cNvPr id="0" name=""/>
        <dsp:cNvSpPr/>
      </dsp:nvSpPr>
      <dsp:spPr>
        <a:xfrm>
          <a:off x="2887812" y="616"/>
          <a:ext cx="2411469" cy="1205734"/>
        </a:xfrm>
        <a:prstGeom prst="rect">
          <a:avLst/>
        </a:prstGeom>
        <a:solidFill>
          <a:srgbClr val="2C9AE9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Data</a:t>
          </a:r>
        </a:p>
      </dsp:txBody>
      <dsp:txXfrm>
        <a:off x="2887812" y="616"/>
        <a:ext cx="2411469" cy="1205734"/>
      </dsp:txXfrm>
    </dsp:sp>
    <dsp:sp modelId="{30967574-2149-4001-93ED-074AD3921AF6}">
      <dsp:nvSpPr>
        <dsp:cNvPr id="0" name=""/>
        <dsp:cNvSpPr/>
      </dsp:nvSpPr>
      <dsp:spPr>
        <a:xfrm>
          <a:off x="397970" y="1712759"/>
          <a:ext cx="2411469" cy="1205734"/>
        </a:xfrm>
        <a:prstGeom prst="rect">
          <a:avLst/>
        </a:prstGeom>
        <a:solidFill>
          <a:srgbClr val="2C9AE9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Format</a:t>
          </a:r>
        </a:p>
      </dsp:txBody>
      <dsp:txXfrm>
        <a:off x="397970" y="1712759"/>
        <a:ext cx="2411469" cy="1205734"/>
      </dsp:txXfrm>
    </dsp:sp>
    <dsp:sp modelId="{00ED88E2-D3D1-4EC0-AD7D-0519BCCA3228}">
      <dsp:nvSpPr>
        <dsp:cNvPr id="0" name=""/>
        <dsp:cNvSpPr/>
      </dsp:nvSpPr>
      <dsp:spPr>
        <a:xfrm>
          <a:off x="1000837" y="3424902"/>
          <a:ext cx="2411469" cy="1205734"/>
        </a:xfrm>
        <a:prstGeom prst="rect">
          <a:avLst/>
        </a:prstGeom>
        <a:solidFill>
          <a:srgbClr val="2C9AE9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Structured Data</a:t>
          </a:r>
        </a:p>
      </dsp:txBody>
      <dsp:txXfrm>
        <a:off x="1000837" y="3424902"/>
        <a:ext cx="2411469" cy="1205734"/>
      </dsp:txXfrm>
    </dsp:sp>
    <dsp:sp modelId="{8A98DBB0-A38E-4D03-8DA6-7CD8A7374B20}">
      <dsp:nvSpPr>
        <dsp:cNvPr id="0" name=""/>
        <dsp:cNvSpPr/>
      </dsp:nvSpPr>
      <dsp:spPr>
        <a:xfrm>
          <a:off x="1000837" y="5137045"/>
          <a:ext cx="2411469" cy="1205734"/>
        </a:xfrm>
        <a:prstGeom prst="rect">
          <a:avLst/>
        </a:prstGeom>
        <a:solidFill>
          <a:srgbClr val="2C9AE9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Unstructured Data</a:t>
          </a:r>
        </a:p>
      </dsp:txBody>
      <dsp:txXfrm>
        <a:off x="1000837" y="5137045"/>
        <a:ext cx="2411469" cy="1205734"/>
      </dsp:txXfrm>
    </dsp:sp>
    <dsp:sp modelId="{30F431E9-6320-45A1-B8CE-D13D4C4ADEE7}">
      <dsp:nvSpPr>
        <dsp:cNvPr id="0" name=""/>
        <dsp:cNvSpPr/>
      </dsp:nvSpPr>
      <dsp:spPr>
        <a:xfrm>
          <a:off x="5377654" y="1712759"/>
          <a:ext cx="2411469" cy="1205734"/>
        </a:xfrm>
        <a:prstGeom prst="rect">
          <a:avLst/>
        </a:prstGeom>
        <a:solidFill>
          <a:srgbClr val="2C9AE9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Statistical</a:t>
          </a:r>
        </a:p>
      </dsp:txBody>
      <dsp:txXfrm>
        <a:off x="5377654" y="1712759"/>
        <a:ext cx="2411469" cy="1205734"/>
      </dsp:txXfrm>
    </dsp:sp>
    <dsp:sp modelId="{B9B1E172-8BC8-4D61-A53C-CF7126AAE332}">
      <dsp:nvSpPr>
        <dsp:cNvPr id="0" name=""/>
        <dsp:cNvSpPr/>
      </dsp:nvSpPr>
      <dsp:spPr>
        <a:xfrm>
          <a:off x="3918715" y="3424902"/>
          <a:ext cx="2411469" cy="1205734"/>
        </a:xfrm>
        <a:prstGeom prst="rect">
          <a:avLst/>
        </a:prstGeom>
        <a:solidFill>
          <a:srgbClr val="2C9AE9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Numerical (Quantitative)</a:t>
          </a:r>
        </a:p>
      </dsp:txBody>
      <dsp:txXfrm>
        <a:off x="3918715" y="3424902"/>
        <a:ext cx="2411469" cy="1205734"/>
      </dsp:txXfrm>
    </dsp:sp>
    <dsp:sp modelId="{71A7FBCC-4FF1-4418-BD9F-7D090F793F97}">
      <dsp:nvSpPr>
        <dsp:cNvPr id="0" name=""/>
        <dsp:cNvSpPr/>
      </dsp:nvSpPr>
      <dsp:spPr>
        <a:xfrm>
          <a:off x="4521582" y="5137045"/>
          <a:ext cx="2411469" cy="1205734"/>
        </a:xfrm>
        <a:prstGeom prst="rect">
          <a:avLst/>
        </a:prstGeom>
        <a:solidFill>
          <a:srgbClr val="2C9AE9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Continuous</a:t>
          </a:r>
        </a:p>
      </dsp:txBody>
      <dsp:txXfrm>
        <a:off x="4521582" y="5137045"/>
        <a:ext cx="2411469" cy="1205734"/>
      </dsp:txXfrm>
    </dsp:sp>
    <dsp:sp modelId="{B9668054-1FDD-4ABE-92E1-61FABDCCA38F}">
      <dsp:nvSpPr>
        <dsp:cNvPr id="0" name=""/>
        <dsp:cNvSpPr/>
      </dsp:nvSpPr>
      <dsp:spPr>
        <a:xfrm>
          <a:off x="4521582" y="6849188"/>
          <a:ext cx="2411469" cy="1205734"/>
        </a:xfrm>
        <a:prstGeom prst="rect">
          <a:avLst/>
        </a:prstGeom>
        <a:solidFill>
          <a:srgbClr val="2C9AE9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Discrete</a:t>
          </a:r>
        </a:p>
      </dsp:txBody>
      <dsp:txXfrm>
        <a:off x="4521582" y="6849188"/>
        <a:ext cx="2411469" cy="1205734"/>
      </dsp:txXfrm>
    </dsp:sp>
    <dsp:sp modelId="{F4C2A9E3-26DE-45F1-8033-415D1078BFD5}">
      <dsp:nvSpPr>
        <dsp:cNvPr id="0" name=""/>
        <dsp:cNvSpPr/>
      </dsp:nvSpPr>
      <dsp:spPr>
        <a:xfrm>
          <a:off x="6836593" y="3424902"/>
          <a:ext cx="2411469" cy="1205734"/>
        </a:xfrm>
        <a:prstGeom prst="rect">
          <a:avLst/>
        </a:prstGeom>
        <a:solidFill>
          <a:srgbClr val="2C9AE9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Categorical (Qualitative)</a:t>
          </a:r>
        </a:p>
      </dsp:txBody>
      <dsp:txXfrm>
        <a:off x="6836593" y="3424902"/>
        <a:ext cx="2411469" cy="1205734"/>
      </dsp:txXfrm>
    </dsp:sp>
    <dsp:sp modelId="{281AA46E-567E-422C-AAD4-8C7630CCC3E0}">
      <dsp:nvSpPr>
        <dsp:cNvPr id="0" name=""/>
        <dsp:cNvSpPr/>
      </dsp:nvSpPr>
      <dsp:spPr>
        <a:xfrm>
          <a:off x="7439460" y="5137045"/>
          <a:ext cx="2411469" cy="1205734"/>
        </a:xfrm>
        <a:prstGeom prst="rect">
          <a:avLst/>
        </a:prstGeom>
        <a:solidFill>
          <a:srgbClr val="2C9AE9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Nominal</a:t>
          </a:r>
        </a:p>
      </dsp:txBody>
      <dsp:txXfrm>
        <a:off x="7439460" y="5137045"/>
        <a:ext cx="2411469" cy="1205734"/>
      </dsp:txXfrm>
    </dsp:sp>
    <dsp:sp modelId="{E4A20C24-D20C-4801-8B61-12A51F291804}">
      <dsp:nvSpPr>
        <dsp:cNvPr id="0" name=""/>
        <dsp:cNvSpPr/>
      </dsp:nvSpPr>
      <dsp:spPr>
        <a:xfrm>
          <a:off x="7439460" y="6849188"/>
          <a:ext cx="2411469" cy="1205734"/>
        </a:xfrm>
        <a:prstGeom prst="rect">
          <a:avLst/>
        </a:prstGeom>
        <a:solidFill>
          <a:srgbClr val="2C9AE9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Ordinal</a:t>
          </a:r>
        </a:p>
      </dsp:txBody>
      <dsp:txXfrm>
        <a:off x="7439460" y="6849188"/>
        <a:ext cx="2411469" cy="120573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8FDAD7-8CA4-4A3E-92A5-B93FD92E1866}">
      <dsp:nvSpPr>
        <dsp:cNvPr id="0" name=""/>
        <dsp:cNvSpPr/>
      </dsp:nvSpPr>
      <dsp:spPr>
        <a:xfrm>
          <a:off x="6931086" y="2737766"/>
          <a:ext cx="5428469" cy="6280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4043"/>
              </a:lnTo>
              <a:lnTo>
                <a:pt x="5428469" y="314043"/>
              </a:lnTo>
              <a:lnTo>
                <a:pt x="5428469" y="628087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FECF63-796A-458A-A06F-77D067EE222E}">
      <dsp:nvSpPr>
        <dsp:cNvPr id="0" name=""/>
        <dsp:cNvSpPr/>
      </dsp:nvSpPr>
      <dsp:spPr>
        <a:xfrm>
          <a:off x="6931086" y="2737766"/>
          <a:ext cx="1809489" cy="6280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4043"/>
              </a:lnTo>
              <a:lnTo>
                <a:pt x="1809489" y="314043"/>
              </a:lnTo>
              <a:lnTo>
                <a:pt x="1809489" y="628087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0749CA8-8A91-4AC3-B2CC-AB9AD290D4DB}">
      <dsp:nvSpPr>
        <dsp:cNvPr id="0" name=""/>
        <dsp:cNvSpPr/>
      </dsp:nvSpPr>
      <dsp:spPr>
        <a:xfrm>
          <a:off x="5121596" y="2737766"/>
          <a:ext cx="1809489" cy="628087"/>
        </a:xfrm>
        <a:custGeom>
          <a:avLst/>
          <a:gdLst/>
          <a:ahLst/>
          <a:cxnLst/>
          <a:rect l="0" t="0" r="0" b="0"/>
          <a:pathLst>
            <a:path>
              <a:moveTo>
                <a:pt x="1809489" y="0"/>
              </a:moveTo>
              <a:lnTo>
                <a:pt x="1809489" y="314043"/>
              </a:lnTo>
              <a:lnTo>
                <a:pt x="0" y="314043"/>
              </a:lnTo>
              <a:lnTo>
                <a:pt x="0" y="628087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636DC6-6F26-4D05-B110-A36BC2EA119A}">
      <dsp:nvSpPr>
        <dsp:cNvPr id="0" name=""/>
        <dsp:cNvSpPr/>
      </dsp:nvSpPr>
      <dsp:spPr>
        <a:xfrm>
          <a:off x="1502616" y="2737766"/>
          <a:ext cx="5428469" cy="628087"/>
        </a:xfrm>
        <a:custGeom>
          <a:avLst/>
          <a:gdLst/>
          <a:ahLst/>
          <a:cxnLst/>
          <a:rect l="0" t="0" r="0" b="0"/>
          <a:pathLst>
            <a:path>
              <a:moveTo>
                <a:pt x="5428469" y="0"/>
              </a:moveTo>
              <a:lnTo>
                <a:pt x="5428469" y="314043"/>
              </a:lnTo>
              <a:lnTo>
                <a:pt x="0" y="314043"/>
              </a:lnTo>
              <a:lnTo>
                <a:pt x="0" y="628087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AF61F2F-5363-44C1-8442-06BFCC8959D9}">
      <dsp:nvSpPr>
        <dsp:cNvPr id="0" name=""/>
        <dsp:cNvSpPr/>
      </dsp:nvSpPr>
      <dsp:spPr>
        <a:xfrm>
          <a:off x="5435640" y="1242320"/>
          <a:ext cx="2990892" cy="1495446"/>
        </a:xfrm>
        <a:prstGeom prst="rect">
          <a:avLst/>
        </a:prstGeom>
        <a:solidFill>
          <a:srgbClr val="2C9AE9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Learning Paradigms</a:t>
          </a:r>
        </a:p>
      </dsp:txBody>
      <dsp:txXfrm>
        <a:off x="5435640" y="1242320"/>
        <a:ext cx="2990892" cy="1495446"/>
      </dsp:txXfrm>
    </dsp:sp>
    <dsp:sp modelId="{A15BCA3A-8221-49F9-9CCE-9417045139A5}">
      <dsp:nvSpPr>
        <dsp:cNvPr id="0" name=""/>
        <dsp:cNvSpPr/>
      </dsp:nvSpPr>
      <dsp:spPr>
        <a:xfrm>
          <a:off x="7170" y="3365854"/>
          <a:ext cx="2990892" cy="1495446"/>
        </a:xfrm>
        <a:prstGeom prst="rect">
          <a:avLst/>
        </a:prstGeom>
        <a:solidFill>
          <a:srgbClr val="2C9AE9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Supervised Learning</a:t>
          </a:r>
        </a:p>
      </dsp:txBody>
      <dsp:txXfrm>
        <a:off x="7170" y="3365854"/>
        <a:ext cx="2990892" cy="1495446"/>
      </dsp:txXfrm>
    </dsp:sp>
    <dsp:sp modelId="{B4B3CBAD-9D64-436C-A1E0-F50CB829DA8C}">
      <dsp:nvSpPr>
        <dsp:cNvPr id="0" name=""/>
        <dsp:cNvSpPr/>
      </dsp:nvSpPr>
      <dsp:spPr>
        <a:xfrm>
          <a:off x="3626150" y="3365854"/>
          <a:ext cx="2990892" cy="1495446"/>
        </a:xfrm>
        <a:prstGeom prst="rect">
          <a:avLst/>
        </a:prstGeom>
        <a:solidFill>
          <a:srgbClr val="2C9AE9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Unsupervised Learning</a:t>
          </a:r>
        </a:p>
      </dsp:txBody>
      <dsp:txXfrm>
        <a:off x="3626150" y="3365854"/>
        <a:ext cx="2990892" cy="1495446"/>
      </dsp:txXfrm>
    </dsp:sp>
    <dsp:sp modelId="{5A73813E-5BBA-4A95-9FDB-97C116CFC308}">
      <dsp:nvSpPr>
        <dsp:cNvPr id="0" name=""/>
        <dsp:cNvSpPr/>
      </dsp:nvSpPr>
      <dsp:spPr>
        <a:xfrm>
          <a:off x="7245130" y="3365854"/>
          <a:ext cx="2990892" cy="1495446"/>
        </a:xfrm>
        <a:prstGeom prst="rect">
          <a:avLst/>
        </a:prstGeom>
        <a:solidFill>
          <a:srgbClr val="2C9AE9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Semi-Supervised Learning</a:t>
          </a:r>
        </a:p>
      </dsp:txBody>
      <dsp:txXfrm>
        <a:off x="7245130" y="3365854"/>
        <a:ext cx="2990892" cy="1495446"/>
      </dsp:txXfrm>
    </dsp:sp>
    <dsp:sp modelId="{C5CE38CF-B2E4-4EA8-B3B0-7A70E8ADAE17}">
      <dsp:nvSpPr>
        <dsp:cNvPr id="0" name=""/>
        <dsp:cNvSpPr/>
      </dsp:nvSpPr>
      <dsp:spPr>
        <a:xfrm>
          <a:off x="10864110" y="3365854"/>
          <a:ext cx="2990892" cy="1495446"/>
        </a:xfrm>
        <a:prstGeom prst="rect">
          <a:avLst/>
        </a:prstGeom>
        <a:solidFill>
          <a:srgbClr val="2C9AE9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Reinforcement Learning (RL)</a:t>
          </a:r>
        </a:p>
      </dsp:txBody>
      <dsp:txXfrm>
        <a:off x="10864110" y="3365854"/>
        <a:ext cx="2990892" cy="149544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54D015-D09E-4D71-922A-C29F7C37534B}">
      <dsp:nvSpPr>
        <dsp:cNvPr id="0" name=""/>
        <dsp:cNvSpPr/>
      </dsp:nvSpPr>
      <dsp:spPr>
        <a:xfrm>
          <a:off x="6931086" y="1162429"/>
          <a:ext cx="4207639" cy="48683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3417"/>
              </a:lnTo>
              <a:lnTo>
                <a:pt x="4207639" y="243417"/>
              </a:lnTo>
              <a:lnTo>
                <a:pt x="4207639" y="486834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7EE0044-E333-4C78-B264-488C18F1D4EF}">
      <dsp:nvSpPr>
        <dsp:cNvPr id="0" name=""/>
        <dsp:cNvSpPr/>
      </dsp:nvSpPr>
      <dsp:spPr>
        <a:xfrm>
          <a:off x="6931086" y="1162429"/>
          <a:ext cx="1402546" cy="48683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3417"/>
              </a:lnTo>
              <a:lnTo>
                <a:pt x="1402546" y="243417"/>
              </a:lnTo>
              <a:lnTo>
                <a:pt x="1402546" y="486834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4CEDAA-BFA3-432C-853E-0B281A642844}">
      <dsp:nvSpPr>
        <dsp:cNvPr id="0" name=""/>
        <dsp:cNvSpPr/>
      </dsp:nvSpPr>
      <dsp:spPr>
        <a:xfrm>
          <a:off x="4601236" y="2808393"/>
          <a:ext cx="347738" cy="271236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12362"/>
              </a:lnTo>
              <a:lnTo>
                <a:pt x="347738" y="271236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EBD31FF-0C0B-4506-BBA0-F0404045B912}">
      <dsp:nvSpPr>
        <dsp:cNvPr id="0" name=""/>
        <dsp:cNvSpPr/>
      </dsp:nvSpPr>
      <dsp:spPr>
        <a:xfrm>
          <a:off x="4601236" y="2808393"/>
          <a:ext cx="347738" cy="10663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66399"/>
              </a:lnTo>
              <a:lnTo>
                <a:pt x="347738" y="1066399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B474171-89B6-44B7-8239-5A776A531FD8}">
      <dsp:nvSpPr>
        <dsp:cNvPr id="0" name=""/>
        <dsp:cNvSpPr/>
      </dsp:nvSpPr>
      <dsp:spPr>
        <a:xfrm>
          <a:off x="5528539" y="1162429"/>
          <a:ext cx="1402546" cy="486834"/>
        </a:xfrm>
        <a:custGeom>
          <a:avLst/>
          <a:gdLst/>
          <a:ahLst/>
          <a:cxnLst/>
          <a:rect l="0" t="0" r="0" b="0"/>
          <a:pathLst>
            <a:path>
              <a:moveTo>
                <a:pt x="1402546" y="0"/>
              </a:moveTo>
              <a:lnTo>
                <a:pt x="1402546" y="243417"/>
              </a:lnTo>
              <a:lnTo>
                <a:pt x="0" y="243417"/>
              </a:lnTo>
              <a:lnTo>
                <a:pt x="0" y="486834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44EB686-97D5-44CB-89E6-23910AD8288A}">
      <dsp:nvSpPr>
        <dsp:cNvPr id="0" name=""/>
        <dsp:cNvSpPr/>
      </dsp:nvSpPr>
      <dsp:spPr>
        <a:xfrm>
          <a:off x="1796143" y="2808393"/>
          <a:ext cx="347738" cy="271236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12362"/>
              </a:lnTo>
              <a:lnTo>
                <a:pt x="347738" y="271236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8FB01AF-5FEB-46EA-8DB6-D127393E0461}">
      <dsp:nvSpPr>
        <dsp:cNvPr id="0" name=""/>
        <dsp:cNvSpPr/>
      </dsp:nvSpPr>
      <dsp:spPr>
        <a:xfrm>
          <a:off x="1796143" y="2808393"/>
          <a:ext cx="347738" cy="10663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66399"/>
              </a:lnTo>
              <a:lnTo>
                <a:pt x="347738" y="1066399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BB2094-D360-4E9E-A6ED-86EA85BFED52}">
      <dsp:nvSpPr>
        <dsp:cNvPr id="0" name=""/>
        <dsp:cNvSpPr/>
      </dsp:nvSpPr>
      <dsp:spPr>
        <a:xfrm>
          <a:off x="2723446" y="1162429"/>
          <a:ext cx="4207639" cy="486834"/>
        </a:xfrm>
        <a:custGeom>
          <a:avLst/>
          <a:gdLst/>
          <a:ahLst/>
          <a:cxnLst/>
          <a:rect l="0" t="0" r="0" b="0"/>
          <a:pathLst>
            <a:path>
              <a:moveTo>
                <a:pt x="4207639" y="0"/>
              </a:moveTo>
              <a:lnTo>
                <a:pt x="4207639" y="243417"/>
              </a:lnTo>
              <a:lnTo>
                <a:pt x="0" y="243417"/>
              </a:lnTo>
              <a:lnTo>
                <a:pt x="0" y="486834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6DFFFF8-80A6-4FA1-B8BE-5E99E548A70D}">
      <dsp:nvSpPr>
        <dsp:cNvPr id="0" name=""/>
        <dsp:cNvSpPr/>
      </dsp:nvSpPr>
      <dsp:spPr>
        <a:xfrm>
          <a:off x="5771957" y="3300"/>
          <a:ext cx="2318258" cy="1159129"/>
        </a:xfrm>
        <a:prstGeom prst="rect">
          <a:avLst/>
        </a:prstGeom>
        <a:solidFill>
          <a:srgbClr val="2C9AE9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Learning Paradigms</a:t>
          </a:r>
        </a:p>
      </dsp:txBody>
      <dsp:txXfrm>
        <a:off x="5771957" y="3300"/>
        <a:ext cx="2318258" cy="1159129"/>
      </dsp:txXfrm>
    </dsp:sp>
    <dsp:sp modelId="{AC194427-7FC0-4983-853A-F76611C24D02}">
      <dsp:nvSpPr>
        <dsp:cNvPr id="0" name=""/>
        <dsp:cNvSpPr/>
      </dsp:nvSpPr>
      <dsp:spPr>
        <a:xfrm>
          <a:off x="1564317" y="1649263"/>
          <a:ext cx="2318258" cy="1159129"/>
        </a:xfrm>
        <a:prstGeom prst="rect">
          <a:avLst/>
        </a:prstGeom>
        <a:solidFill>
          <a:srgbClr val="2C9AE9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Supervised Learning</a:t>
          </a:r>
        </a:p>
      </dsp:txBody>
      <dsp:txXfrm>
        <a:off x="1564317" y="1649263"/>
        <a:ext cx="2318258" cy="1159129"/>
      </dsp:txXfrm>
    </dsp:sp>
    <dsp:sp modelId="{05BDCEF5-7877-409A-A6B2-F52A6AEA943D}">
      <dsp:nvSpPr>
        <dsp:cNvPr id="0" name=""/>
        <dsp:cNvSpPr/>
      </dsp:nvSpPr>
      <dsp:spPr>
        <a:xfrm>
          <a:off x="2143881" y="3295227"/>
          <a:ext cx="2318258" cy="1159129"/>
        </a:xfrm>
        <a:prstGeom prst="rect">
          <a:avLst/>
        </a:prstGeom>
        <a:solidFill>
          <a:srgbClr val="2C9AE9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Classification</a:t>
          </a:r>
        </a:p>
      </dsp:txBody>
      <dsp:txXfrm>
        <a:off x="2143881" y="3295227"/>
        <a:ext cx="2318258" cy="1159129"/>
      </dsp:txXfrm>
    </dsp:sp>
    <dsp:sp modelId="{3FE5C849-56F6-4E44-AB44-942CCDC6D50C}">
      <dsp:nvSpPr>
        <dsp:cNvPr id="0" name=""/>
        <dsp:cNvSpPr/>
      </dsp:nvSpPr>
      <dsp:spPr>
        <a:xfrm>
          <a:off x="2143881" y="4941191"/>
          <a:ext cx="2318258" cy="1159129"/>
        </a:xfrm>
        <a:prstGeom prst="rect">
          <a:avLst/>
        </a:prstGeom>
        <a:solidFill>
          <a:srgbClr val="2C9AE9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Regression</a:t>
          </a:r>
        </a:p>
      </dsp:txBody>
      <dsp:txXfrm>
        <a:off x="2143881" y="4941191"/>
        <a:ext cx="2318258" cy="1159129"/>
      </dsp:txXfrm>
    </dsp:sp>
    <dsp:sp modelId="{DCA8CF77-E132-4330-AE1F-717518047677}">
      <dsp:nvSpPr>
        <dsp:cNvPr id="0" name=""/>
        <dsp:cNvSpPr/>
      </dsp:nvSpPr>
      <dsp:spPr>
        <a:xfrm>
          <a:off x="4369410" y="1649263"/>
          <a:ext cx="2318258" cy="1159129"/>
        </a:xfrm>
        <a:prstGeom prst="rect">
          <a:avLst/>
        </a:prstGeom>
        <a:solidFill>
          <a:srgbClr val="2C9AE9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Unsupervised Learning</a:t>
          </a:r>
        </a:p>
      </dsp:txBody>
      <dsp:txXfrm>
        <a:off x="4369410" y="1649263"/>
        <a:ext cx="2318258" cy="1159129"/>
      </dsp:txXfrm>
    </dsp:sp>
    <dsp:sp modelId="{BE8EDF4E-6142-4EE0-92AE-269B503574E7}">
      <dsp:nvSpPr>
        <dsp:cNvPr id="0" name=""/>
        <dsp:cNvSpPr/>
      </dsp:nvSpPr>
      <dsp:spPr>
        <a:xfrm>
          <a:off x="4948975" y="3295227"/>
          <a:ext cx="2318258" cy="1159129"/>
        </a:xfrm>
        <a:prstGeom prst="rect">
          <a:avLst/>
        </a:prstGeom>
        <a:solidFill>
          <a:srgbClr val="2C9AE9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Clustering</a:t>
          </a:r>
        </a:p>
      </dsp:txBody>
      <dsp:txXfrm>
        <a:off x="4948975" y="3295227"/>
        <a:ext cx="2318258" cy="1159129"/>
      </dsp:txXfrm>
    </dsp:sp>
    <dsp:sp modelId="{8009D300-220B-416B-B59D-5BB10E332BF9}">
      <dsp:nvSpPr>
        <dsp:cNvPr id="0" name=""/>
        <dsp:cNvSpPr/>
      </dsp:nvSpPr>
      <dsp:spPr>
        <a:xfrm>
          <a:off x="4948975" y="4941191"/>
          <a:ext cx="2318258" cy="1159129"/>
        </a:xfrm>
        <a:prstGeom prst="rect">
          <a:avLst/>
        </a:prstGeom>
        <a:solidFill>
          <a:srgbClr val="2C9AE9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Association</a:t>
          </a:r>
        </a:p>
      </dsp:txBody>
      <dsp:txXfrm>
        <a:off x="4948975" y="4941191"/>
        <a:ext cx="2318258" cy="1159129"/>
      </dsp:txXfrm>
    </dsp:sp>
    <dsp:sp modelId="{B04029A8-0562-48B2-AE02-AF9195ECAEDE}">
      <dsp:nvSpPr>
        <dsp:cNvPr id="0" name=""/>
        <dsp:cNvSpPr/>
      </dsp:nvSpPr>
      <dsp:spPr>
        <a:xfrm>
          <a:off x="7174503" y="1649263"/>
          <a:ext cx="2318258" cy="1159129"/>
        </a:xfrm>
        <a:prstGeom prst="rect">
          <a:avLst/>
        </a:prstGeom>
        <a:solidFill>
          <a:srgbClr val="2C9AE9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Semi-Supervised Learning</a:t>
          </a:r>
        </a:p>
      </dsp:txBody>
      <dsp:txXfrm>
        <a:off x="7174503" y="1649263"/>
        <a:ext cx="2318258" cy="1159129"/>
      </dsp:txXfrm>
    </dsp:sp>
    <dsp:sp modelId="{A822A96B-6977-4F12-A705-829ED024D3F5}">
      <dsp:nvSpPr>
        <dsp:cNvPr id="0" name=""/>
        <dsp:cNvSpPr/>
      </dsp:nvSpPr>
      <dsp:spPr>
        <a:xfrm>
          <a:off x="9979596" y="1649263"/>
          <a:ext cx="2318258" cy="1159129"/>
        </a:xfrm>
        <a:prstGeom prst="rect">
          <a:avLst/>
        </a:prstGeom>
        <a:solidFill>
          <a:srgbClr val="2C9AE9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Reinforcement Learning (RL)</a:t>
          </a:r>
        </a:p>
      </dsp:txBody>
      <dsp:txXfrm>
        <a:off x="9979596" y="1649263"/>
        <a:ext cx="2318258" cy="115912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951324-969D-4C60-83A9-4FA022E30517}">
      <dsp:nvSpPr>
        <dsp:cNvPr id="0" name=""/>
        <dsp:cNvSpPr/>
      </dsp:nvSpPr>
      <dsp:spPr>
        <a:xfrm>
          <a:off x="5296" y="3268881"/>
          <a:ext cx="2298616" cy="1149308"/>
        </a:xfrm>
        <a:prstGeom prst="roundRect">
          <a:avLst>
            <a:gd name="adj" fmla="val 10000"/>
          </a:avLst>
        </a:prstGeom>
        <a:solidFill>
          <a:srgbClr val="2B98E9"/>
        </a:solidFill>
        <a:ln w="25400" cap="flat" cmpd="sng" algn="ctr">
          <a:solidFill>
            <a:srgbClr val="66FFC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Evaluation</a:t>
          </a:r>
        </a:p>
      </dsp:txBody>
      <dsp:txXfrm>
        <a:off x="38958" y="3302543"/>
        <a:ext cx="2231292" cy="1081984"/>
      </dsp:txXfrm>
    </dsp:sp>
    <dsp:sp modelId="{1B40D81F-E35D-460B-9701-EF369EB0904A}">
      <dsp:nvSpPr>
        <dsp:cNvPr id="0" name=""/>
        <dsp:cNvSpPr/>
      </dsp:nvSpPr>
      <dsp:spPr>
        <a:xfrm rot="17945813">
          <a:off x="1818263" y="3002749"/>
          <a:ext cx="1890745" cy="29443"/>
        </a:xfrm>
        <a:custGeom>
          <a:avLst/>
          <a:gdLst/>
          <a:ahLst/>
          <a:cxnLst/>
          <a:rect l="0" t="0" r="0" b="0"/>
          <a:pathLst>
            <a:path>
              <a:moveTo>
                <a:pt x="0" y="14721"/>
              </a:moveTo>
              <a:lnTo>
                <a:pt x="1890745" y="14721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2716367" y="2970202"/>
        <a:ext cx="94537" cy="94537"/>
      </dsp:txXfrm>
    </dsp:sp>
    <dsp:sp modelId="{D4CE4FF9-39A4-42DE-81F6-280C235F817E}">
      <dsp:nvSpPr>
        <dsp:cNvPr id="0" name=""/>
        <dsp:cNvSpPr/>
      </dsp:nvSpPr>
      <dsp:spPr>
        <a:xfrm>
          <a:off x="3223359" y="1616751"/>
          <a:ext cx="2298616" cy="1149308"/>
        </a:xfrm>
        <a:prstGeom prst="roundRect">
          <a:avLst>
            <a:gd name="adj" fmla="val 10000"/>
          </a:avLst>
        </a:prstGeom>
        <a:solidFill>
          <a:srgbClr val="2B98E9"/>
        </a:solidFill>
        <a:ln w="25400" cap="flat" cmpd="sng" algn="ctr">
          <a:solidFill>
            <a:srgbClr val="66FFC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Classification</a:t>
          </a:r>
        </a:p>
      </dsp:txBody>
      <dsp:txXfrm>
        <a:off x="3257021" y="1650413"/>
        <a:ext cx="2231292" cy="1081984"/>
      </dsp:txXfrm>
    </dsp:sp>
    <dsp:sp modelId="{7CD3AB23-F41C-4C2C-BFE6-4CE398370F16}">
      <dsp:nvSpPr>
        <dsp:cNvPr id="0" name=""/>
        <dsp:cNvSpPr/>
      </dsp:nvSpPr>
      <dsp:spPr>
        <a:xfrm rot="18289469">
          <a:off x="5176671" y="1515831"/>
          <a:ext cx="1610057" cy="29443"/>
        </a:xfrm>
        <a:custGeom>
          <a:avLst/>
          <a:gdLst/>
          <a:ahLst/>
          <a:cxnLst/>
          <a:rect l="0" t="0" r="0" b="0"/>
          <a:pathLst>
            <a:path>
              <a:moveTo>
                <a:pt x="0" y="14721"/>
              </a:moveTo>
              <a:lnTo>
                <a:pt x="1610057" y="14721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941448" y="1490301"/>
        <a:ext cx="80502" cy="80502"/>
      </dsp:txXfrm>
    </dsp:sp>
    <dsp:sp modelId="{C2763976-36C7-4BC7-9EC3-0AA698C049EF}">
      <dsp:nvSpPr>
        <dsp:cNvPr id="0" name=""/>
        <dsp:cNvSpPr/>
      </dsp:nvSpPr>
      <dsp:spPr>
        <a:xfrm>
          <a:off x="6441423" y="295046"/>
          <a:ext cx="2298616" cy="1149308"/>
        </a:xfrm>
        <a:prstGeom prst="roundRect">
          <a:avLst>
            <a:gd name="adj" fmla="val 10000"/>
          </a:avLst>
        </a:prstGeom>
        <a:solidFill>
          <a:srgbClr val="2B98E9"/>
        </a:solidFill>
        <a:ln w="25400" cap="flat" cmpd="sng" algn="ctr">
          <a:solidFill>
            <a:srgbClr val="66FFC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Balanced Dataset</a:t>
          </a:r>
        </a:p>
      </dsp:txBody>
      <dsp:txXfrm>
        <a:off x="6475085" y="328708"/>
        <a:ext cx="2231292" cy="1081984"/>
      </dsp:txXfrm>
    </dsp:sp>
    <dsp:sp modelId="{54AAD779-6700-4008-AB04-A621BEA02519}">
      <dsp:nvSpPr>
        <dsp:cNvPr id="0" name=""/>
        <dsp:cNvSpPr/>
      </dsp:nvSpPr>
      <dsp:spPr>
        <a:xfrm>
          <a:off x="8740040" y="854978"/>
          <a:ext cx="919446" cy="29443"/>
        </a:xfrm>
        <a:custGeom>
          <a:avLst/>
          <a:gdLst/>
          <a:ahLst/>
          <a:cxnLst/>
          <a:rect l="0" t="0" r="0" b="0"/>
          <a:pathLst>
            <a:path>
              <a:moveTo>
                <a:pt x="0" y="14721"/>
              </a:moveTo>
              <a:lnTo>
                <a:pt x="919446" y="14721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9176777" y="846714"/>
        <a:ext cx="45972" cy="45972"/>
      </dsp:txXfrm>
    </dsp:sp>
    <dsp:sp modelId="{BCBD0FD2-D4AD-481B-BD47-2A435EEFC973}">
      <dsp:nvSpPr>
        <dsp:cNvPr id="0" name=""/>
        <dsp:cNvSpPr/>
      </dsp:nvSpPr>
      <dsp:spPr>
        <a:xfrm>
          <a:off x="9659487" y="295046"/>
          <a:ext cx="2298616" cy="1149308"/>
        </a:xfrm>
        <a:prstGeom prst="roundRect">
          <a:avLst>
            <a:gd name="adj" fmla="val 10000"/>
          </a:avLst>
        </a:prstGeom>
        <a:solidFill>
          <a:srgbClr val="2B98E9"/>
        </a:solidFill>
        <a:ln w="25400" cap="flat" cmpd="sng" algn="ctr">
          <a:solidFill>
            <a:srgbClr val="66FFC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Accuracy</a:t>
          </a:r>
        </a:p>
      </dsp:txBody>
      <dsp:txXfrm>
        <a:off x="9693149" y="328708"/>
        <a:ext cx="2231292" cy="1081984"/>
      </dsp:txXfrm>
    </dsp:sp>
    <dsp:sp modelId="{5C8E3D75-E284-4008-A3F2-26667C6E4FFB}">
      <dsp:nvSpPr>
        <dsp:cNvPr id="0" name=""/>
        <dsp:cNvSpPr/>
      </dsp:nvSpPr>
      <dsp:spPr>
        <a:xfrm rot="3310531">
          <a:off x="5176671" y="2837535"/>
          <a:ext cx="1610057" cy="29443"/>
        </a:xfrm>
        <a:custGeom>
          <a:avLst/>
          <a:gdLst/>
          <a:ahLst/>
          <a:cxnLst/>
          <a:rect l="0" t="0" r="0" b="0"/>
          <a:pathLst>
            <a:path>
              <a:moveTo>
                <a:pt x="0" y="14721"/>
              </a:moveTo>
              <a:lnTo>
                <a:pt x="1610057" y="14721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941448" y="2812006"/>
        <a:ext cx="80502" cy="80502"/>
      </dsp:txXfrm>
    </dsp:sp>
    <dsp:sp modelId="{E6D979E5-4411-4EA5-A691-2B003256A7E8}">
      <dsp:nvSpPr>
        <dsp:cNvPr id="0" name=""/>
        <dsp:cNvSpPr/>
      </dsp:nvSpPr>
      <dsp:spPr>
        <a:xfrm>
          <a:off x="6441423" y="2938455"/>
          <a:ext cx="2298616" cy="1149308"/>
        </a:xfrm>
        <a:prstGeom prst="roundRect">
          <a:avLst>
            <a:gd name="adj" fmla="val 10000"/>
          </a:avLst>
        </a:prstGeom>
        <a:solidFill>
          <a:srgbClr val="2B98E9"/>
        </a:solidFill>
        <a:ln w="25400" cap="flat" cmpd="sng" algn="ctr">
          <a:solidFill>
            <a:srgbClr val="66FFC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Imbalanced Dataset</a:t>
          </a:r>
        </a:p>
      </dsp:txBody>
      <dsp:txXfrm>
        <a:off x="6475085" y="2972117"/>
        <a:ext cx="2231292" cy="1081984"/>
      </dsp:txXfrm>
    </dsp:sp>
    <dsp:sp modelId="{7DC3B757-16B1-4BE3-B46F-67A46B14AC6B}">
      <dsp:nvSpPr>
        <dsp:cNvPr id="0" name=""/>
        <dsp:cNvSpPr/>
      </dsp:nvSpPr>
      <dsp:spPr>
        <a:xfrm rot="18289469">
          <a:off x="8394734" y="2837535"/>
          <a:ext cx="1610057" cy="29443"/>
        </a:xfrm>
        <a:custGeom>
          <a:avLst/>
          <a:gdLst/>
          <a:ahLst/>
          <a:cxnLst/>
          <a:rect l="0" t="0" r="0" b="0"/>
          <a:pathLst>
            <a:path>
              <a:moveTo>
                <a:pt x="0" y="14721"/>
              </a:moveTo>
              <a:lnTo>
                <a:pt x="1610057" y="14721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9159512" y="2812006"/>
        <a:ext cx="80502" cy="80502"/>
      </dsp:txXfrm>
    </dsp:sp>
    <dsp:sp modelId="{2BFD63A3-62E6-4F59-8593-6C11AB97FF59}">
      <dsp:nvSpPr>
        <dsp:cNvPr id="0" name=""/>
        <dsp:cNvSpPr/>
      </dsp:nvSpPr>
      <dsp:spPr>
        <a:xfrm>
          <a:off x="9659487" y="1616751"/>
          <a:ext cx="2298616" cy="1149308"/>
        </a:xfrm>
        <a:prstGeom prst="roundRect">
          <a:avLst>
            <a:gd name="adj" fmla="val 10000"/>
          </a:avLst>
        </a:prstGeom>
        <a:solidFill>
          <a:srgbClr val="2B98E9"/>
        </a:solidFill>
        <a:ln w="25400" cap="flat" cmpd="sng" algn="ctr">
          <a:solidFill>
            <a:srgbClr val="66FFC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Precession</a:t>
          </a:r>
        </a:p>
      </dsp:txBody>
      <dsp:txXfrm>
        <a:off x="9693149" y="1650413"/>
        <a:ext cx="2231292" cy="1081984"/>
      </dsp:txXfrm>
    </dsp:sp>
    <dsp:sp modelId="{17E746F7-668F-4CCB-9276-6A458974672F}">
      <dsp:nvSpPr>
        <dsp:cNvPr id="0" name=""/>
        <dsp:cNvSpPr/>
      </dsp:nvSpPr>
      <dsp:spPr>
        <a:xfrm>
          <a:off x="8740040" y="3498388"/>
          <a:ext cx="919446" cy="29443"/>
        </a:xfrm>
        <a:custGeom>
          <a:avLst/>
          <a:gdLst/>
          <a:ahLst/>
          <a:cxnLst/>
          <a:rect l="0" t="0" r="0" b="0"/>
          <a:pathLst>
            <a:path>
              <a:moveTo>
                <a:pt x="0" y="14721"/>
              </a:moveTo>
              <a:lnTo>
                <a:pt x="919446" y="14721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9176777" y="3490123"/>
        <a:ext cx="45972" cy="45972"/>
      </dsp:txXfrm>
    </dsp:sp>
    <dsp:sp modelId="{20EAF8EA-F488-4C1C-8F52-E63ED9015BF7}">
      <dsp:nvSpPr>
        <dsp:cNvPr id="0" name=""/>
        <dsp:cNvSpPr/>
      </dsp:nvSpPr>
      <dsp:spPr>
        <a:xfrm>
          <a:off x="9659487" y="2938455"/>
          <a:ext cx="2298616" cy="1149308"/>
        </a:xfrm>
        <a:prstGeom prst="roundRect">
          <a:avLst>
            <a:gd name="adj" fmla="val 10000"/>
          </a:avLst>
        </a:prstGeom>
        <a:solidFill>
          <a:srgbClr val="2B98E9"/>
        </a:solidFill>
        <a:ln w="25400" cap="flat" cmpd="sng" algn="ctr">
          <a:solidFill>
            <a:srgbClr val="66FFC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Recall</a:t>
          </a:r>
        </a:p>
      </dsp:txBody>
      <dsp:txXfrm>
        <a:off x="9693149" y="2972117"/>
        <a:ext cx="2231292" cy="1081984"/>
      </dsp:txXfrm>
    </dsp:sp>
    <dsp:sp modelId="{FD0FF1E5-BDA8-4B14-BF99-B93EC38ED46F}">
      <dsp:nvSpPr>
        <dsp:cNvPr id="0" name=""/>
        <dsp:cNvSpPr/>
      </dsp:nvSpPr>
      <dsp:spPr>
        <a:xfrm rot="3310531">
          <a:off x="8394734" y="4159240"/>
          <a:ext cx="1610057" cy="29443"/>
        </a:xfrm>
        <a:custGeom>
          <a:avLst/>
          <a:gdLst/>
          <a:ahLst/>
          <a:cxnLst/>
          <a:rect l="0" t="0" r="0" b="0"/>
          <a:pathLst>
            <a:path>
              <a:moveTo>
                <a:pt x="0" y="14721"/>
              </a:moveTo>
              <a:lnTo>
                <a:pt x="1610057" y="14721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9159512" y="4133710"/>
        <a:ext cx="80502" cy="80502"/>
      </dsp:txXfrm>
    </dsp:sp>
    <dsp:sp modelId="{8D62F943-E85B-41C2-926E-A503E3735980}">
      <dsp:nvSpPr>
        <dsp:cNvPr id="0" name=""/>
        <dsp:cNvSpPr/>
      </dsp:nvSpPr>
      <dsp:spPr>
        <a:xfrm>
          <a:off x="9659487" y="4260160"/>
          <a:ext cx="2298616" cy="1149308"/>
        </a:xfrm>
        <a:prstGeom prst="roundRect">
          <a:avLst>
            <a:gd name="adj" fmla="val 10000"/>
          </a:avLst>
        </a:prstGeom>
        <a:solidFill>
          <a:srgbClr val="2B98E9"/>
        </a:solidFill>
        <a:ln w="25400" cap="flat" cmpd="sng" algn="ctr">
          <a:solidFill>
            <a:srgbClr val="66FFC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F1</a:t>
          </a:r>
        </a:p>
      </dsp:txBody>
      <dsp:txXfrm>
        <a:off x="9693149" y="4293822"/>
        <a:ext cx="2231292" cy="1081984"/>
      </dsp:txXfrm>
    </dsp:sp>
    <dsp:sp modelId="{335C1E1D-ACAC-4998-AAF9-E9C3C97C3CD0}">
      <dsp:nvSpPr>
        <dsp:cNvPr id="0" name=""/>
        <dsp:cNvSpPr/>
      </dsp:nvSpPr>
      <dsp:spPr>
        <a:xfrm rot="3654187">
          <a:off x="1818263" y="4654879"/>
          <a:ext cx="1890745" cy="29443"/>
        </a:xfrm>
        <a:custGeom>
          <a:avLst/>
          <a:gdLst/>
          <a:ahLst/>
          <a:cxnLst/>
          <a:rect l="0" t="0" r="0" b="0"/>
          <a:pathLst>
            <a:path>
              <a:moveTo>
                <a:pt x="0" y="14721"/>
              </a:moveTo>
              <a:lnTo>
                <a:pt x="1890745" y="14721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2716367" y="4622332"/>
        <a:ext cx="94537" cy="94537"/>
      </dsp:txXfrm>
    </dsp:sp>
    <dsp:sp modelId="{41D45A3E-303C-470F-864B-76C75D722430}">
      <dsp:nvSpPr>
        <dsp:cNvPr id="0" name=""/>
        <dsp:cNvSpPr/>
      </dsp:nvSpPr>
      <dsp:spPr>
        <a:xfrm>
          <a:off x="3223359" y="4921012"/>
          <a:ext cx="2298616" cy="1149308"/>
        </a:xfrm>
        <a:prstGeom prst="roundRect">
          <a:avLst>
            <a:gd name="adj" fmla="val 10000"/>
          </a:avLst>
        </a:prstGeom>
        <a:solidFill>
          <a:srgbClr val="2B98E9"/>
        </a:solidFill>
        <a:ln w="25400" cap="flat" cmpd="sng" algn="ctr">
          <a:solidFill>
            <a:srgbClr val="66FFC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Regression</a:t>
          </a:r>
        </a:p>
      </dsp:txBody>
      <dsp:txXfrm>
        <a:off x="3257021" y="4954674"/>
        <a:ext cx="2231292" cy="1081984"/>
      </dsp:txXfrm>
    </dsp:sp>
    <dsp:sp modelId="{58817522-91AB-4BC0-A6A7-9A0FE9460700}">
      <dsp:nvSpPr>
        <dsp:cNvPr id="0" name=""/>
        <dsp:cNvSpPr/>
      </dsp:nvSpPr>
      <dsp:spPr>
        <a:xfrm rot="19457599">
          <a:off x="5415548" y="5150519"/>
          <a:ext cx="1132302" cy="29443"/>
        </a:xfrm>
        <a:custGeom>
          <a:avLst/>
          <a:gdLst/>
          <a:ahLst/>
          <a:cxnLst/>
          <a:rect l="0" t="0" r="0" b="0"/>
          <a:pathLst>
            <a:path>
              <a:moveTo>
                <a:pt x="0" y="14721"/>
              </a:moveTo>
              <a:lnTo>
                <a:pt x="1132302" y="14721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953392" y="5136933"/>
        <a:ext cx="56615" cy="56615"/>
      </dsp:txXfrm>
    </dsp:sp>
    <dsp:sp modelId="{9DA0A9CC-5EBB-48AB-B901-02CB74FB6ED7}">
      <dsp:nvSpPr>
        <dsp:cNvPr id="0" name=""/>
        <dsp:cNvSpPr/>
      </dsp:nvSpPr>
      <dsp:spPr>
        <a:xfrm>
          <a:off x="6441423" y="4260160"/>
          <a:ext cx="2298616" cy="1149308"/>
        </a:xfrm>
        <a:prstGeom prst="roundRect">
          <a:avLst>
            <a:gd name="adj" fmla="val 10000"/>
          </a:avLst>
        </a:prstGeom>
        <a:solidFill>
          <a:srgbClr val="2B98E9"/>
        </a:solidFill>
        <a:ln w="25400" cap="flat" cmpd="sng" algn="ctr">
          <a:solidFill>
            <a:srgbClr val="66FFC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RMSE (Root Mean Square Error)</a:t>
          </a:r>
        </a:p>
      </dsp:txBody>
      <dsp:txXfrm>
        <a:off x="6475085" y="4293822"/>
        <a:ext cx="2231292" cy="1081984"/>
      </dsp:txXfrm>
    </dsp:sp>
    <dsp:sp modelId="{DEC05D5A-6415-4FC7-9815-AE71264B31FA}">
      <dsp:nvSpPr>
        <dsp:cNvPr id="0" name=""/>
        <dsp:cNvSpPr/>
      </dsp:nvSpPr>
      <dsp:spPr>
        <a:xfrm rot="2142401">
          <a:off x="5415548" y="5811371"/>
          <a:ext cx="1132302" cy="29443"/>
        </a:xfrm>
        <a:custGeom>
          <a:avLst/>
          <a:gdLst/>
          <a:ahLst/>
          <a:cxnLst/>
          <a:rect l="0" t="0" r="0" b="0"/>
          <a:pathLst>
            <a:path>
              <a:moveTo>
                <a:pt x="0" y="14721"/>
              </a:moveTo>
              <a:lnTo>
                <a:pt x="1132302" y="14721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953392" y="5797785"/>
        <a:ext cx="56615" cy="56615"/>
      </dsp:txXfrm>
    </dsp:sp>
    <dsp:sp modelId="{DD6AB252-557F-48F8-85E7-954775FDC83B}">
      <dsp:nvSpPr>
        <dsp:cNvPr id="0" name=""/>
        <dsp:cNvSpPr/>
      </dsp:nvSpPr>
      <dsp:spPr>
        <a:xfrm>
          <a:off x="6441423" y="5581865"/>
          <a:ext cx="2298616" cy="1149308"/>
        </a:xfrm>
        <a:prstGeom prst="roundRect">
          <a:avLst>
            <a:gd name="adj" fmla="val 10000"/>
          </a:avLst>
        </a:prstGeom>
        <a:solidFill>
          <a:srgbClr val="2B98E9"/>
        </a:solidFill>
        <a:ln w="25400" cap="flat" cmpd="sng" algn="ctr">
          <a:solidFill>
            <a:srgbClr val="66FFC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MAE (Mean Absolute Error)</a:t>
          </a:r>
        </a:p>
      </dsp:txBody>
      <dsp:txXfrm>
        <a:off x="6475085" y="5615527"/>
        <a:ext cx="2231292" cy="10819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5">
  <dgm:title val=""/>
  <dgm:desc val=""/>
  <dgm:catLst>
    <dgm:cat type="hierarchy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/>
    <dgm:presOf/>
    <dgm:shape xmlns:r="http://schemas.openxmlformats.org/officeDocument/2006/relationships" r:blip="">
      <dgm:adjLst/>
    </dgm:shape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/>
              <dgm:constr type="t" for="ch" forName="hierFlow" refType="h" fact="0.3"/>
              <dgm:constr type="r" for="ch" forName="hierFlow" refType="w" fact="0.98"/>
              <dgm:constr type="b" for="ch" forName="hierFlow" refType="h" fact="0.96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h" for="des" forName="level1Shape" refType="h"/>
              <dgm:constr type="w" for="des" forName="level1Shape" refType="h" refFor="des" refForName="level1Shape" fact="2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w" refFor="des" refForName="level1Shape" op="equ" fact="0.4"/>
              <dgm:constr type="sibSp" for="des" forName="hierChild1" refType="h" refFor="des" refForName="level1Shape" op="equ" fact="0.15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w" refFor="des" refForName="level1Shape" op="equ"/>
              <dgm:constr type="userB" for="des" refType="sp" refFor="des" op="equ"/>
              <dgm:constr type="w" for="des" forName="firstBuf" refType="w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 refType="h" fact="0.3"/>
              <dgm:constr type="r" for="ch" forName="hierFlow" refType="w"/>
              <dgm:constr type="b" for="ch" forName="hierFlow" refType="h" fact="0.96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h" for="des" forName="level1Shape" refType="h"/>
              <dgm:constr type="w" for="des" forName="level1Shape" refType="h" refFor="des" refForName="level1Shape" fact="2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w" refFor="des" refForName="level1Shape" op="equ" fact="0.4"/>
              <dgm:constr type="sibSp" for="des" forName="hierChild1" refType="h" refFor="des" refForName="level1Shape" op="equ" fact="0.15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w" refFor="des" refForName="level1Shape" op="equ"/>
              <dgm:constr type="userB" for="des" refType="sp" refFor="des" op="equ"/>
              <dgm:constr type="w" for="des" forName="firstBuf" refType="w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h" for="des" forName="level1Shape" refType="h"/>
          <dgm:constr type="w" for="des" forName="level1Shape" refType="h" refFor="des" refForName="level1Shape" fact="2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w" refFor="des" refForName="level1Shape" op="equ" fact="0.4"/>
          <dgm:constr type="sibSp" for="des" forName="hierChild1" refType="h" refFor="des" refForName="level1Shape" op="equ" fact="0.15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w" refFor="des" refForName="level1Shape" op="equ"/>
          <dgm:constr type="userB" for="des" refType="sp" refFor="des" op="equ"/>
          <dgm:constr type="w" for="des" forName="firstBuf" refType="w" refFor="des" refForName="level1Shape" fact="0.1"/>
        </dgm:constrLst>
      </dgm:else>
    </dgm:choose>
    <dgm:ruleLst/>
    <dgm:layoutNode name="hierFlow">
      <dgm:choose name="Name6">
        <dgm:if name="Name7" func="var" arg="dir" op="equ" val="norm">
          <dgm:alg type="lin">
            <dgm:param type="linDir" val="fromL"/>
            <dgm:param type="nodeVertAlign" val="mid"/>
            <dgm:param type="vertAlign" val="mid"/>
            <dgm:param type="nodeHorzAlign" val="l"/>
            <dgm:param type="horzAlign" val="l"/>
            <dgm:param type="fallback" val="2D"/>
          </dgm:alg>
        </dgm:if>
        <dgm:else name="Name8">
          <dgm:alg type="lin">
            <dgm:param type="linDir" val="fromR"/>
            <dgm:param type="nodeVertAlign" val="mid"/>
            <dgm:param type="vertAlign" val="mid"/>
            <dgm:param type="nodeHorzAlign" val="r"/>
            <dgm:param type="horzAlign" val="r"/>
            <dgm:param type="fallback" val="2D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primFontSz" for="des" ptType="node" op="equ" val="65"/>
        <dgm:constr type="primFontSz" for="des" forName="connTx" op="equ" val="55"/>
        <dgm:constr type="primFontSz" for="des" forName="connTx" refType="primFontSz" refFor="des" refPtType="node" op="lte" fact="0.8"/>
      </dgm:constrLst>
      <dgm:ruleLst/>
      <dgm:choose name="Name9">
        <dgm:if name="Name10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1"/>
      </dgm:choose>
      <dgm:layoutNode name="hierChild1">
        <dgm:varLst>
          <dgm:chPref val="1"/>
          <dgm:animOne val="branch"/>
          <dgm:animLvl val="lvl"/>
        </dgm:varLst>
        <dgm:choose name="Name12">
          <dgm:if name="Name13" func="var" arg="dir" op="equ" val="norm">
            <dgm:alg type="hierChild">
              <dgm:param type="linDir" val="fromT"/>
              <dgm:param type="chAlign" val="l"/>
            </dgm:alg>
          </dgm:if>
          <dgm:else name="Name14">
            <dgm:alg type="hierChild">
              <dgm:param type="linDir" val="fromT"/>
              <dgm:param type="ch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forEach name="Name15" axis="ch" cnt="3">
          <dgm:forEach name="Name16" axis="self" ptType="node">
            <dgm:layoutNode name="Name17">
              <dgm:choose name="Name18">
                <dgm:if name="Name19" func="var" arg="dir" op="equ" val="norm">
                  <dgm:alg type="hierRoot">
                    <dgm:param type="hierAlign" val="lCtrCh"/>
                  </dgm:alg>
                </dgm:if>
                <dgm:else name="Name20">
                  <dgm:alg type="hierRoot">
                    <dgm:param type="hierAlign" val="rCtrCh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tMarg" refType="primFontSz" fact="0.05"/>
                  <dgm:constr type="bMarg" refType="primFontSz" fact="0.05"/>
                  <dgm:constr type="lMarg" refType="primFontSz" fact="0.05"/>
                  <dgm:constr type="rMarg" refType="primFontSz" fact="0.05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21">
                  <dgm:if name="Name2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23">
                    <dgm:alg type="hierChild">
                      <dgm:param type="linDir" val="fromT"/>
                      <dgm:param type="ch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24" axis="self" ptType="parTrans" cnt="1">
                    <dgm:layoutNode name="Name25">
                      <dgm:choose name="Name26">
                        <dgm:if name="Name27" func="var" arg="dir" op="equ" val="norm">
                          <dgm:alg type="conn">
                            <dgm:param type="dim" val="1D"/>
                            <dgm:param type="begPts" val="midR"/>
                            <dgm:param type="endPts" val="midL"/>
                            <dgm:param type="endSty" val="noArr"/>
                          </dgm:alg>
                        </dgm:if>
                        <dgm:else name="Name28">
                          <dgm:alg type="conn">
                            <dgm:param type="dim" val="1D"/>
                            <dgm:param type="begPts" val="midL"/>
                            <dgm:param type="endPts" val="midR"/>
                            <dgm:param type="endSty" val="noArr"/>
                          </dgm:alg>
                        </dgm:else>
                      </dgm:choose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5"/>
                        <dgm:constr type="connDist"/>
                        <dgm:constr type="begPad"/>
                        <dgm:constr type="endPad"/>
                        <dgm:constr type="userA" for="ch" refType="connDist"/>
                      </dgm:constrLst>
                      <dgm:ruleLst/>
                      <dgm:layoutNode name="connTx">
                        <dgm:alg type="tx">
                          <dgm:param type="autoTxRot" val="grav"/>
                        </dgm:alg>
                        <dgm:shape xmlns:r="http://schemas.openxmlformats.org/officeDocument/2006/relationships" type="rect" r:blip="" hideGeom="1">
                          <dgm:adjLst/>
                        </dgm:shape>
                        <dgm:presOf axis="self"/>
                        <dgm:constrLst>
                          <dgm:constr type="userA"/>
                          <dgm:constr type="w" refType="userA" fact="0.05"/>
                          <dgm:constr type="h" refType="userA" fact="0.05"/>
                          <dgm:constr type="lMarg" val="1"/>
                          <dgm:constr type="rMarg" val="1"/>
                          <dgm:constr type="tMarg"/>
                          <dgm:constr type="bMarg"/>
                        </dgm:constrLst>
                        <dgm:ruleLst>
                          <dgm:rule type="h" val="NaN" fact="0.25" max="NaN"/>
                          <dgm:rule type="w" val="NaN" fact="0.8" max="NaN"/>
                          <dgm:rule type="primFontSz" val="5" fact="NaN" max="NaN"/>
                        </dgm:ruleLst>
                      </dgm:layoutNode>
                    </dgm:layoutNode>
                  </dgm:forEach>
                  <dgm:forEach name="Name29" axis="self" ptType="node">
                    <dgm:layoutNode name="Name30">
                      <dgm:choose name="Name31">
                        <dgm:if name="Name32" func="var" arg="dir" op="equ" val="norm">
                          <dgm:alg type="hierRoot">
                            <dgm:param type="hierAlign" val="lCtrCh"/>
                          </dgm:alg>
                        </dgm:if>
                        <dgm:else name="Name33">
                          <dgm:alg type="hierRoot">
                            <dgm:param type="hierAlign" val="rCtrCh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tMarg" refType="primFontSz" fact="0.05"/>
                          <dgm:constr type="bMarg" refType="primFontSz" fact="0.05"/>
                          <dgm:constr type="lMarg" refType="primFontSz" fact="0.05"/>
                          <dgm:constr type="rMarg" refType="primFontSz" fact="0.05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34">
                          <dgm:if name="Name35" func="var" arg="dir" op="equ" val="norm">
                            <dgm:alg type="hierChild">
                              <dgm:param type="linDir" val="fromT"/>
                              <dgm:param type="chAlign" val="l"/>
                            </dgm:alg>
                          </dgm:if>
                          <dgm:else name="Name36">
                            <dgm:alg type="hierChild">
                              <dgm:param type="linDir" val="fromT"/>
                              <dgm:param type="chAlign" val="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37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choose name="Name38">
        <dgm:if name="Name39" func="var" arg="dir" op="equ" val="norm">
          <dgm:alg type="lin">
            <dgm:param type="linDir" val="fromL"/>
            <dgm:param type="nodeVertAlign" val="mid"/>
            <dgm:param type="vertAlign" val="mid"/>
            <dgm:param type="nodeHorzAlign" val="l"/>
            <dgm:param type="horzAlign" val="l"/>
          </dgm:alg>
        </dgm:if>
        <dgm:else name="Name40">
          <dgm:alg type="lin">
            <dgm:param type="linDir" val="fromR"/>
            <dgm:param type="nodeVertAlign" val="mid"/>
            <dgm:param type="vertAlign" val="mid"/>
            <dgm:param type="nodeHorzAlign" val="r"/>
            <dgm:param type="horzAlign" val="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rectComp" refType="w"/>
        <dgm:constr type="h" for="ch" forName="rectComp" refType="h"/>
        <dgm:constr type="h" for="des" forName="bgRect" refType="h"/>
        <dgm:constr type="primFontSz" for="des" forName="bgRectTx" op="equ" val="65"/>
      </dgm:constrLst>
      <dgm:ruleLst/>
      <dgm:forEach name="Name41" axis="ch" ptType="node" st="2">
        <dgm:layoutNode name="rectComp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userA"/>
            <dgm:constr type="l" for="ch" forName="bgRect"/>
            <dgm:constr type="t" for="ch" forName="bgRect"/>
            <dgm:constr type="w" for="ch" forName="bgRect" refType="userA" fact="1.2"/>
            <dgm:constr type="l" for="ch" forName="bgRectTx"/>
            <dgm:constr type="t" for="ch" forName="bgRectTx"/>
            <dgm:constr type="h" for="ch" forName="bgRectTx" refType="h" refFor="ch" refForName="bgRect" fact="0.3"/>
            <dgm:constr type="w" for="ch" forName="bgRectTx" refType="w" refFor="ch" refForName="bgRect" op="equ"/>
          </dgm:constrLst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shape xmlns:r="http://schemas.openxmlformats.org/officeDocument/2006/relationships" type="rect" r:blip="" zOrderOff="-999" hideGeom="1">
              <dgm:adjLst/>
            </dgm:shape>
            <dgm:presOf axis="desOrSelf" ptType="node"/>
            <dgm:constrLst/>
            <dgm:ruleLst>
              <dgm:rule type="primFontSz" val="5" fact="NaN" max="NaN"/>
            </dgm:ruleLst>
          </dgm:layoutNode>
        </dgm:layoutNode>
        <dgm:choose name="Name42">
          <dgm:if name="Name43" axis="self" ptType="node" func="revPos" op="gte" val="2">
            <dgm:layoutNode name="spComp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hSp"/>
                <dgm:constr type="t" for="ch" forName="hSp"/>
                <dgm:constr type="w" for="ch" forName="hSp" refType="userB"/>
                <dgm:constr type="wOff" for="ch" forName="hSp" refType="userA" fact="-0.2"/>
              </dgm:constrLst>
              <dgm:ruleLst/>
              <dgm:layoutNode name="h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44"/>
        </dgm:choos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0.68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1.80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2.236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2.83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3.20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5.016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5.425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5.809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24575,'6'0'0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6.159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6.458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24575,'0'0'-8191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6.73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7.336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7.939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8.284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24575,'6'0'0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8.58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9.363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24575,'0'0'-8191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09.713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0.030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24575,'6'6'0,"8"2"0,2 12 0,4 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0.394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0.72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1.018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1.86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2.11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2.53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2.825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24575,'0'6'0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3.529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3.910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7 24575,'0'-7'0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4.26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4.48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24575,'0'0'-8191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4.96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5.26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5.784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6.047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6.334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6.787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7.416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7.795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8.126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24575,'0'0'-8191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8.479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24575,'0'0'-8191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0:18.91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0.550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2.08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2.56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3.146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3.83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4.286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24575,'0'0'-8191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5.144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5.60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6.293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6.81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24575,'6'0'0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7.26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7.973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8.347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24575,'6'0'0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8.80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09.53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6 24575,'0'-6'0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0.25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0.747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24575,'0'0'-8191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1.11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1.820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24575,'6'0'0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2.56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2.96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4.077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3.496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4.568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5.698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24575,'0'0'-8191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7.13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8.037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8.63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24575,'0'0'-8191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9.280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6 0 24575,'-6'0'0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19.82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20.383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21.23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21.71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7 24575,'0'-6'0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22.280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7 0 24575,'-6'0'0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22.763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24575,'0'0'-8191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23.209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23.847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24.23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24.909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25.307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25.82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27.22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6 24575,'0'-6'0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28.919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29.877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30.496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34.73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40.207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40.21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40.213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40.214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40.220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40.22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6 24575,'0'-6'0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40.22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40.228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40.230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40.23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24575,'0'0'-8191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1:40.23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10.66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24575,'0'0'-8191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11.73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24575,'0'0'-8191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12.91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13.33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14.11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15.427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16.53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17.377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24575,'1'0'-8191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18.18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19.13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18.63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0 24575,'0'0'-8191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20.43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21.131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0 24575,'0'0'-8191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21.702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22.146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1 1 24575,'0'0'-8191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22.947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24.113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1 24575,'0'0'-8191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0T05:32:24.566"/>
    </inkml:context>
    <inkml:brush xml:id="br0">
      <inkml:brushProperty name="width" value="0.35" units="cm"/>
      <inkml:brushProperty name="height" value="0.35" units="cm"/>
      <inkml:brushProperty name="color" value="#00FFCC"/>
    </inkml:brush>
  </inkml:definitions>
  <inkml:trace contextRef="#ctx0" brushRef="#br0">0 6 24575,'0'-6'0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E281FF-43EF-4C63-A1C9-69B92B339D74}" type="datetimeFigureOut">
              <a:rPr lang="en-US" smtClean="0"/>
              <a:t>30-Jan-26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C16484-6137-48D8-A6CE-2893F4927F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67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D4556-20FA-46FE-9860-9A1801CBE44E}" type="datetime1">
              <a:rPr lang="en-US" smtClean="0"/>
              <a:t>30-Jan-26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80B56-6047-4449-B748-927D5F9488DC}" type="datetime1">
              <a:rPr lang="en-US" smtClean="0"/>
              <a:t>30-Jan-26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DD02E-CEC8-4334-8FED-64702DCBF7E6}" type="datetime1">
              <a:rPr lang="en-US" smtClean="0"/>
              <a:t>30-Jan-26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E4790-A783-4D73-949B-5692E181A9BB}" type="datetime1">
              <a:rPr lang="en-US" smtClean="0"/>
              <a:t>30-Jan-26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5D7F6-E733-451F-BA2C-CB22D9A5A8EE}" type="datetime1">
              <a:rPr lang="en-US" smtClean="0"/>
              <a:t>30-Jan-26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6980-F665-4FAD-A75E-C69745BFF5C4}" type="datetime1">
              <a:rPr lang="en-US" smtClean="0"/>
              <a:t>30-Jan-26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7D6CF9-E11B-45CC-85FB-4A123121B562}" type="datetime1">
              <a:rPr lang="en-US" smtClean="0"/>
              <a:t>30-Jan-26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5316200" y="9563100"/>
            <a:ext cx="2133600" cy="365125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C33B4-1649-4D2F-8E55-43D084D458A9}" type="datetime1">
              <a:rPr lang="en-US" smtClean="0"/>
              <a:t>30-Jan-26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3A263-6D80-4E0C-A1F7-A0706EB03C63}" type="datetime1">
              <a:rPr lang="en-US" smtClean="0"/>
              <a:t>30-Jan-26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1B8FC-55F9-4E88-89B9-BABA37EC4542}" type="datetime1">
              <a:rPr lang="en-US" smtClean="0"/>
              <a:t>30-Jan-26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13606-BDCD-40C2-98C2-8E905C9EC854}" type="datetime1">
              <a:rPr lang="en-US" smtClean="0"/>
              <a:t>30-Jan-26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5FD19F-A062-4933-BD3F-9BD6F28781EA}" type="datetime1">
              <a:rPr lang="en-US" smtClean="0"/>
              <a:t>30-Jan-26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2.xml"/><Relationship Id="rId117" Type="http://schemas.openxmlformats.org/officeDocument/2006/relationships/customXml" Target="../ink/ink109.xml"/><Relationship Id="rId21" Type="http://schemas.openxmlformats.org/officeDocument/2006/relationships/customXml" Target="../ink/ink18.xml"/><Relationship Id="rId42" Type="http://schemas.openxmlformats.org/officeDocument/2006/relationships/customXml" Target="../ink/ink36.xml"/><Relationship Id="rId47" Type="http://schemas.openxmlformats.org/officeDocument/2006/relationships/customXml" Target="../ink/ink41.xml"/><Relationship Id="rId63" Type="http://schemas.openxmlformats.org/officeDocument/2006/relationships/customXml" Target="../ink/ink57.xml"/><Relationship Id="rId68" Type="http://schemas.openxmlformats.org/officeDocument/2006/relationships/customXml" Target="../ink/ink61.xml"/><Relationship Id="rId84" Type="http://schemas.openxmlformats.org/officeDocument/2006/relationships/customXml" Target="../ink/ink76.xml"/><Relationship Id="rId89" Type="http://schemas.openxmlformats.org/officeDocument/2006/relationships/customXml" Target="../ink/ink81.xml"/><Relationship Id="rId112" Type="http://schemas.openxmlformats.org/officeDocument/2006/relationships/customXml" Target="../ink/ink104.xml"/><Relationship Id="rId16" Type="http://schemas.openxmlformats.org/officeDocument/2006/relationships/customXml" Target="../ink/ink13.xml"/><Relationship Id="rId107" Type="http://schemas.openxmlformats.org/officeDocument/2006/relationships/customXml" Target="../ink/ink99.xml"/><Relationship Id="rId11" Type="http://schemas.openxmlformats.org/officeDocument/2006/relationships/image" Target="../media/image16.png"/><Relationship Id="rId32" Type="http://schemas.openxmlformats.org/officeDocument/2006/relationships/customXml" Target="../ink/ink27.xml"/><Relationship Id="rId37" Type="http://schemas.openxmlformats.org/officeDocument/2006/relationships/image" Target="../media/image19.png"/><Relationship Id="rId53" Type="http://schemas.openxmlformats.org/officeDocument/2006/relationships/customXml" Target="../ink/ink47.xml"/><Relationship Id="rId58" Type="http://schemas.openxmlformats.org/officeDocument/2006/relationships/customXml" Target="../ink/ink52.xml"/><Relationship Id="rId74" Type="http://schemas.openxmlformats.org/officeDocument/2006/relationships/customXml" Target="../ink/ink67.xml"/><Relationship Id="rId79" Type="http://schemas.openxmlformats.org/officeDocument/2006/relationships/customXml" Target="../ink/ink71.xml"/><Relationship Id="rId102" Type="http://schemas.openxmlformats.org/officeDocument/2006/relationships/customXml" Target="../ink/ink94.xml"/><Relationship Id="rId123" Type="http://schemas.openxmlformats.org/officeDocument/2006/relationships/customXml" Target="../ink/ink115.xml"/><Relationship Id="rId5" Type="http://schemas.openxmlformats.org/officeDocument/2006/relationships/customXml" Target="../ink/ink3.xml"/><Relationship Id="rId90" Type="http://schemas.openxmlformats.org/officeDocument/2006/relationships/customXml" Target="../ink/ink82.xml"/><Relationship Id="rId95" Type="http://schemas.openxmlformats.org/officeDocument/2006/relationships/customXml" Target="../ink/ink87.xml"/><Relationship Id="rId22" Type="http://schemas.openxmlformats.org/officeDocument/2006/relationships/image" Target="../media/image17.png"/><Relationship Id="rId27" Type="http://schemas.openxmlformats.org/officeDocument/2006/relationships/customXml" Target="../ink/ink23.xml"/><Relationship Id="rId43" Type="http://schemas.openxmlformats.org/officeDocument/2006/relationships/customXml" Target="../ink/ink37.xml"/><Relationship Id="rId48" Type="http://schemas.openxmlformats.org/officeDocument/2006/relationships/customXml" Target="../ink/ink42.xml"/><Relationship Id="rId64" Type="http://schemas.openxmlformats.org/officeDocument/2006/relationships/customXml" Target="../ink/ink58.xml"/><Relationship Id="rId69" Type="http://schemas.openxmlformats.org/officeDocument/2006/relationships/customXml" Target="../ink/ink62.xml"/><Relationship Id="rId113" Type="http://schemas.openxmlformats.org/officeDocument/2006/relationships/customXml" Target="../ink/ink105.xml"/><Relationship Id="rId118" Type="http://schemas.openxmlformats.org/officeDocument/2006/relationships/customXml" Target="../ink/ink110.xml"/><Relationship Id="rId80" Type="http://schemas.openxmlformats.org/officeDocument/2006/relationships/customXml" Target="../ink/ink72.xml"/><Relationship Id="rId85" Type="http://schemas.openxmlformats.org/officeDocument/2006/relationships/customXml" Target="../ink/ink77.xml"/><Relationship Id="rId12" Type="http://schemas.openxmlformats.org/officeDocument/2006/relationships/customXml" Target="../ink/ink9.xml"/><Relationship Id="rId17" Type="http://schemas.openxmlformats.org/officeDocument/2006/relationships/customXml" Target="../ink/ink14.xml"/><Relationship Id="rId33" Type="http://schemas.openxmlformats.org/officeDocument/2006/relationships/customXml" Target="../ink/ink28.xml"/><Relationship Id="rId38" Type="http://schemas.openxmlformats.org/officeDocument/2006/relationships/customXml" Target="../ink/ink32.xml"/><Relationship Id="rId59" Type="http://schemas.openxmlformats.org/officeDocument/2006/relationships/customXml" Target="../ink/ink53.xml"/><Relationship Id="rId103" Type="http://schemas.openxmlformats.org/officeDocument/2006/relationships/customXml" Target="../ink/ink95.xml"/><Relationship Id="rId108" Type="http://schemas.openxmlformats.org/officeDocument/2006/relationships/customXml" Target="../ink/ink100.xml"/><Relationship Id="rId54" Type="http://schemas.openxmlformats.org/officeDocument/2006/relationships/customXml" Target="../ink/ink48.xml"/><Relationship Id="rId70" Type="http://schemas.openxmlformats.org/officeDocument/2006/relationships/customXml" Target="../ink/ink63.xml"/><Relationship Id="rId75" Type="http://schemas.openxmlformats.org/officeDocument/2006/relationships/customXml" Target="../ink/ink68.xml"/><Relationship Id="rId91" Type="http://schemas.openxmlformats.org/officeDocument/2006/relationships/customXml" Target="../ink/ink83.xml"/><Relationship Id="rId96" Type="http://schemas.openxmlformats.org/officeDocument/2006/relationships/customXml" Target="../ink/ink8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.xml"/><Relationship Id="rId23" Type="http://schemas.openxmlformats.org/officeDocument/2006/relationships/customXml" Target="../ink/ink19.xml"/><Relationship Id="rId28" Type="http://schemas.openxmlformats.org/officeDocument/2006/relationships/customXml" Target="../ink/ink24.xml"/><Relationship Id="rId49" Type="http://schemas.openxmlformats.org/officeDocument/2006/relationships/customXml" Target="../ink/ink43.xml"/><Relationship Id="rId114" Type="http://schemas.openxmlformats.org/officeDocument/2006/relationships/customXml" Target="../ink/ink106.xml"/><Relationship Id="rId119" Type="http://schemas.openxmlformats.org/officeDocument/2006/relationships/customXml" Target="../ink/ink111.xml"/><Relationship Id="rId44" Type="http://schemas.openxmlformats.org/officeDocument/2006/relationships/customXml" Target="../ink/ink38.xml"/><Relationship Id="rId60" Type="http://schemas.openxmlformats.org/officeDocument/2006/relationships/customXml" Target="../ink/ink54.xml"/><Relationship Id="rId65" Type="http://schemas.openxmlformats.org/officeDocument/2006/relationships/customXml" Target="../ink/ink59.xml"/><Relationship Id="rId81" Type="http://schemas.openxmlformats.org/officeDocument/2006/relationships/customXml" Target="../ink/ink73.xml"/><Relationship Id="rId86" Type="http://schemas.openxmlformats.org/officeDocument/2006/relationships/customXml" Target="../ink/ink78.xml"/><Relationship Id="rId4" Type="http://schemas.openxmlformats.org/officeDocument/2006/relationships/customXml" Target="../ink/ink2.xml"/><Relationship Id="rId9" Type="http://schemas.openxmlformats.org/officeDocument/2006/relationships/customXml" Target="../ink/ink7.xml"/><Relationship Id="rId13" Type="http://schemas.openxmlformats.org/officeDocument/2006/relationships/customXml" Target="../ink/ink10.xml"/><Relationship Id="rId18" Type="http://schemas.openxmlformats.org/officeDocument/2006/relationships/customXml" Target="../ink/ink15.xml"/><Relationship Id="rId39" Type="http://schemas.openxmlformats.org/officeDocument/2006/relationships/customXml" Target="../ink/ink33.xml"/><Relationship Id="rId109" Type="http://schemas.openxmlformats.org/officeDocument/2006/relationships/customXml" Target="../ink/ink101.xml"/><Relationship Id="rId34" Type="http://schemas.openxmlformats.org/officeDocument/2006/relationships/customXml" Target="../ink/ink29.xml"/><Relationship Id="rId50" Type="http://schemas.openxmlformats.org/officeDocument/2006/relationships/customXml" Target="../ink/ink44.xml"/><Relationship Id="rId55" Type="http://schemas.openxmlformats.org/officeDocument/2006/relationships/customXml" Target="../ink/ink49.xml"/><Relationship Id="rId76" Type="http://schemas.openxmlformats.org/officeDocument/2006/relationships/customXml" Target="../ink/ink69.xml"/><Relationship Id="rId97" Type="http://schemas.openxmlformats.org/officeDocument/2006/relationships/customXml" Target="../ink/ink89.xml"/><Relationship Id="rId104" Type="http://schemas.openxmlformats.org/officeDocument/2006/relationships/customXml" Target="../ink/ink96.xml"/><Relationship Id="rId120" Type="http://schemas.openxmlformats.org/officeDocument/2006/relationships/customXml" Target="../ink/ink112.xml"/><Relationship Id="rId7" Type="http://schemas.openxmlformats.org/officeDocument/2006/relationships/customXml" Target="../ink/ink5.xml"/><Relationship Id="rId71" Type="http://schemas.openxmlformats.org/officeDocument/2006/relationships/customXml" Target="../ink/ink64.xml"/><Relationship Id="rId92" Type="http://schemas.openxmlformats.org/officeDocument/2006/relationships/customXml" Target="../ink/ink84.xml"/><Relationship Id="rId2" Type="http://schemas.openxmlformats.org/officeDocument/2006/relationships/customXml" Target="../ink/ink1.xml"/><Relationship Id="rId29" Type="http://schemas.openxmlformats.org/officeDocument/2006/relationships/customXml" Target="../ink/ink25.xml"/><Relationship Id="rId24" Type="http://schemas.openxmlformats.org/officeDocument/2006/relationships/customXml" Target="../ink/ink20.xml"/><Relationship Id="rId40" Type="http://schemas.openxmlformats.org/officeDocument/2006/relationships/customXml" Target="../ink/ink34.xml"/><Relationship Id="rId45" Type="http://schemas.openxmlformats.org/officeDocument/2006/relationships/customXml" Target="../ink/ink39.xml"/><Relationship Id="rId66" Type="http://schemas.openxmlformats.org/officeDocument/2006/relationships/image" Target="../media/image20.png"/><Relationship Id="rId87" Type="http://schemas.openxmlformats.org/officeDocument/2006/relationships/customXml" Target="../ink/ink79.xml"/><Relationship Id="rId110" Type="http://schemas.openxmlformats.org/officeDocument/2006/relationships/customXml" Target="../ink/ink102.xml"/><Relationship Id="rId115" Type="http://schemas.openxmlformats.org/officeDocument/2006/relationships/customXml" Target="../ink/ink107.xml"/><Relationship Id="rId61" Type="http://schemas.openxmlformats.org/officeDocument/2006/relationships/customXml" Target="../ink/ink55.xml"/><Relationship Id="rId82" Type="http://schemas.openxmlformats.org/officeDocument/2006/relationships/customXml" Target="../ink/ink74.xml"/><Relationship Id="rId19" Type="http://schemas.openxmlformats.org/officeDocument/2006/relationships/customXml" Target="../ink/ink16.xml"/><Relationship Id="rId14" Type="http://schemas.openxmlformats.org/officeDocument/2006/relationships/customXml" Target="../ink/ink11.xml"/><Relationship Id="rId30" Type="http://schemas.openxmlformats.org/officeDocument/2006/relationships/image" Target="../media/image18.png"/><Relationship Id="rId35" Type="http://schemas.openxmlformats.org/officeDocument/2006/relationships/customXml" Target="../ink/ink30.xml"/><Relationship Id="rId56" Type="http://schemas.openxmlformats.org/officeDocument/2006/relationships/customXml" Target="../ink/ink50.xml"/><Relationship Id="rId77" Type="http://schemas.openxmlformats.org/officeDocument/2006/relationships/image" Target="../media/image21.png"/><Relationship Id="rId100" Type="http://schemas.openxmlformats.org/officeDocument/2006/relationships/customXml" Target="../ink/ink92.xml"/><Relationship Id="rId105" Type="http://schemas.openxmlformats.org/officeDocument/2006/relationships/customXml" Target="../ink/ink97.xml"/><Relationship Id="rId8" Type="http://schemas.openxmlformats.org/officeDocument/2006/relationships/customXml" Target="../ink/ink6.xml"/><Relationship Id="rId51" Type="http://schemas.openxmlformats.org/officeDocument/2006/relationships/customXml" Target="../ink/ink45.xml"/><Relationship Id="rId72" Type="http://schemas.openxmlformats.org/officeDocument/2006/relationships/customXml" Target="../ink/ink65.xml"/><Relationship Id="rId93" Type="http://schemas.openxmlformats.org/officeDocument/2006/relationships/customXml" Target="../ink/ink85.xml"/><Relationship Id="rId98" Type="http://schemas.openxmlformats.org/officeDocument/2006/relationships/customXml" Target="../ink/ink90.xml"/><Relationship Id="rId121" Type="http://schemas.openxmlformats.org/officeDocument/2006/relationships/customXml" Target="../ink/ink113.xml"/><Relationship Id="rId3" Type="http://schemas.openxmlformats.org/officeDocument/2006/relationships/image" Target="../media/image150.png"/><Relationship Id="rId25" Type="http://schemas.openxmlformats.org/officeDocument/2006/relationships/customXml" Target="../ink/ink21.xml"/><Relationship Id="rId46" Type="http://schemas.openxmlformats.org/officeDocument/2006/relationships/customXml" Target="../ink/ink40.xml"/><Relationship Id="rId67" Type="http://schemas.openxmlformats.org/officeDocument/2006/relationships/customXml" Target="../ink/ink60.xml"/><Relationship Id="rId116" Type="http://schemas.openxmlformats.org/officeDocument/2006/relationships/customXml" Target="../ink/ink108.xml"/><Relationship Id="rId20" Type="http://schemas.openxmlformats.org/officeDocument/2006/relationships/customXml" Target="../ink/ink17.xml"/><Relationship Id="rId41" Type="http://schemas.openxmlformats.org/officeDocument/2006/relationships/customXml" Target="../ink/ink35.xml"/><Relationship Id="rId62" Type="http://schemas.openxmlformats.org/officeDocument/2006/relationships/customXml" Target="../ink/ink56.xml"/><Relationship Id="rId83" Type="http://schemas.openxmlformats.org/officeDocument/2006/relationships/customXml" Target="../ink/ink75.xml"/><Relationship Id="rId88" Type="http://schemas.openxmlformats.org/officeDocument/2006/relationships/customXml" Target="../ink/ink80.xml"/><Relationship Id="rId111" Type="http://schemas.openxmlformats.org/officeDocument/2006/relationships/customXml" Target="../ink/ink103.xml"/><Relationship Id="rId15" Type="http://schemas.openxmlformats.org/officeDocument/2006/relationships/customXml" Target="../ink/ink12.xml"/><Relationship Id="rId36" Type="http://schemas.openxmlformats.org/officeDocument/2006/relationships/customXml" Target="../ink/ink31.xml"/><Relationship Id="rId57" Type="http://schemas.openxmlformats.org/officeDocument/2006/relationships/customXml" Target="../ink/ink51.xml"/><Relationship Id="rId106" Type="http://schemas.openxmlformats.org/officeDocument/2006/relationships/customXml" Target="../ink/ink98.xml"/><Relationship Id="rId10" Type="http://schemas.openxmlformats.org/officeDocument/2006/relationships/customXml" Target="../ink/ink8.xml"/><Relationship Id="rId31" Type="http://schemas.openxmlformats.org/officeDocument/2006/relationships/customXml" Target="../ink/ink26.xml"/><Relationship Id="rId52" Type="http://schemas.openxmlformats.org/officeDocument/2006/relationships/customXml" Target="../ink/ink46.xml"/><Relationship Id="rId73" Type="http://schemas.openxmlformats.org/officeDocument/2006/relationships/customXml" Target="../ink/ink66.xml"/><Relationship Id="rId78" Type="http://schemas.openxmlformats.org/officeDocument/2006/relationships/customXml" Target="../ink/ink70.xml"/><Relationship Id="rId94" Type="http://schemas.openxmlformats.org/officeDocument/2006/relationships/customXml" Target="../ink/ink86.xml"/><Relationship Id="rId99" Type="http://schemas.openxmlformats.org/officeDocument/2006/relationships/customXml" Target="../ink/ink91.xml"/><Relationship Id="rId101" Type="http://schemas.openxmlformats.org/officeDocument/2006/relationships/customXml" Target="../ink/ink93.xml"/><Relationship Id="rId122" Type="http://schemas.openxmlformats.org/officeDocument/2006/relationships/customXml" Target="../ink/ink11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MINDS-Org/INFERENCE-ITERATION-1-" TargetMode="Externa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917E6D2E-6387-67CB-73B1-51CB264E95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400" y="2095500"/>
            <a:ext cx="3211493" cy="1730599"/>
          </a:xfrm>
          <a:prstGeom prst="rect">
            <a:avLst/>
          </a:prstGeom>
        </p:spPr>
      </p:pic>
      <p:sp>
        <p:nvSpPr>
          <p:cNvPr id="21" name="TextBox 3">
            <a:extLst>
              <a:ext uri="{FF2B5EF4-FFF2-40B4-BE49-F238E27FC236}">
                <a16:creationId xmlns:a16="http://schemas.microsoft.com/office/drawing/2014/main" id="{71D157F6-B323-F599-08FF-D30C04A3C416}"/>
              </a:ext>
            </a:extLst>
          </p:cNvPr>
          <p:cNvSpPr txBox="1"/>
          <p:nvPr/>
        </p:nvSpPr>
        <p:spPr>
          <a:xfrm>
            <a:off x="2706169" y="4076990"/>
            <a:ext cx="12875661" cy="2769989"/>
          </a:xfrm>
          <a:prstGeom prst="rect">
            <a:avLst/>
          </a:prstGeom>
          <a:effectLst>
            <a:glow>
              <a:schemeClr val="bg1"/>
            </a:glow>
          </a:effectLst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effectLst/>
                <a:latin typeface="Keep Calm Med" pitchFamily="2" charset="0"/>
                <a:ea typeface="Open Sans" panose="020B0606030504020204" pitchFamily="34" charset="0"/>
                <a:cs typeface="Open Sans" panose="020B0606030504020204" pitchFamily="34" charset="0"/>
                <a:sym typeface="Aperture"/>
              </a:rPr>
              <a:t>KUET Machine Intelligence</a:t>
            </a:r>
          </a:p>
          <a:p>
            <a:pPr algn="ctr"/>
            <a:r>
              <a:rPr lang="en-US" sz="6000" b="1" dirty="0">
                <a:solidFill>
                  <a:schemeClr val="bg1"/>
                </a:solidFill>
                <a:effectLst/>
                <a:latin typeface="Keep Calm Med" pitchFamily="2" charset="0"/>
                <a:ea typeface="Open Sans" panose="020B0606030504020204" pitchFamily="34" charset="0"/>
                <a:cs typeface="Open Sans" panose="020B0606030504020204" pitchFamily="34" charset="0"/>
                <a:sym typeface="Aperture"/>
              </a:rPr>
              <a:t> &amp;</a:t>
            </a:r>
          </a:p>
          <a:p>
            <a:pPr algn="ctr"/>
            <a:r>
              <a:rPr lang="en-US" sz="6000" b="1" dirty="0">
                <a:solidFill>
                  <a:schemeClr val="bg1"/>
                </a:solidFill>
                <a:effectLst/>
                <a:latin typeface="Keep Calm Med" pitchFamily="2" charset="0"/>
                <a:ea typeface="Open Sans" panose="020B0606030504020204" pitchFamily="34" charset="0"/>
                <a:cs typeface="Open Sans" panose="020B0606030504020204" pitchFamily="34" charset="0"/>
                <a:sym typeface="Aperture"/>
              </a:rPr>
              <a:t> Data Science Community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3410DEA-BB0C-5A62-FA3B-84DDB801F0C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587" y="266700"/>
            <a:ext cx="1134414" cy="128742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123B38D-52DC-450E-5854-9FCAFB6EFA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413" y="9029700"/>
            <a:ext cx="1957070" cy="108772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E3AF590F-721E-BF26-6C30-CB40C4492CF2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80EB250-66D5-C47B-7FF9-6B0860AE272D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4FF40-4374-A2D4-C71F-E7E7F0347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E45B7DDB-5BFB-9C8A-31A2-7A049421B3CC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CC7DDE-0B1D-96CC-264B-21D8FB5B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951F084D-6BDA-6EE6-E4BD-654E780F4ACC}"/>
              </a:ext>
            </a:extLst>
          </p:cNvPr>
          <p:cNvSpPr txBox="1"/>
          <p:nvPr/>
        </p:nvSpPr>
        <p:spPr>
          <a:xfrm>
            <a:off x="4305300" y="3086100"/>
            <a:ext cx="9677400" cy="2954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9600" b="1" dirty="0" err="1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Lvl</a:t>
            </a:r>
            <a:r>
              <a:rPr lang="en-US" sz="96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 1:</a:t>
            </a:r>
          </a:p>
          <a:p>
            <a:pPr algn="ctr">
              <a:spcBef>
                <a:spcPct val="0"/>
              </a:spcBef>
            </a:pPr>
            <a:r>
              <a:rPr lang="en-US" sz="96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ML Starter Pack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777ADB6-4D31-9F3A-B71C-D1A97AA62673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67B2ED7-BFB9-0C60-A2A1-F1C3BEAD1D1D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275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BD15E-305A-5565-22CE-DD15D3B3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460A7589-8CE3-8A31-6AF0-6A2A65E98068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AF6043-A95C-4DD4-7F69-29A80175E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07ACDEB7-4FBA-657F-A7E3-AAE0A5DE0B94}"/>
              </a:ext>
            </a:extLst>
          </p:cNvPr>
          <p:cNvSpPr txBox="1"/>
          <p:nvPr/>
        </p:nvSpPr>
        <p:spPr>
          <a:xfrm>
            <a:off x="4191000" y="4351495"/>
            <a:ext cx="9677400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96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“Class – 1”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93BE93-0E77-167D-227C-0F939B6C737B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EF5BA1-4CE4-F142-DF28-057A3A51A259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944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2991E-1414-3193-4329-8E230F13F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E78EF1B2-73F7-19BB-7150-43A05490ABDA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F4230F-D44C-68E4-F42D-6B48D806D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C33EA2B-4B59-9E75-DFEF-077FE9AED1AD}"/>
              </a:ext>
            </a:extLst>
          </p:cNvPr>
          <p:cNvSpPr txBox="1"/>
          <p:nvPr/>
        </p:nvSpPr>
        <p:spPr>
          <a:xfrm>
            <a:off x="838200" y="378915"/>
            <a:ext cx="1689212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Content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CF8A0F9C-141C-6720-D92F-5366F9FE9784}"/>
              </a:ext>
            </a:extLst>
          </p:cNvPr>
          <p:cNvSpPr txBox="1"/>
          <p:nvPr/>
        </p:nvSpPr>
        <p:spPr>
          <a:xfrm>
            <a:off x="304800" y="1257300"/>
            <a:ext cx="10363200" cy="13542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88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Table of Content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D16E3EA-43F5-CDD8-AF40-1C6C661D01CA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AC09E45-D841-425C-0B82-2E5E890AB9EE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9">
            <a:extLst>
              <a:ext uri="{FF2B5EF4-FFF2-40B4-BE49-F238E27FC236}">
                <a16:creationId xmlns:a16="http://schemas.microsoft.com/office/drawing/2014/main" id="{0359E4AB-5F71-E055-77C3-856EC8E6D0CF}"/>
              </a:ext>
            </a:extLst>
          </p:cNvPr>
          <p:cNvSpPr txBox="1"/>
          <p:nvPr/>
        </p:nvSpPr>
        <p:spPr>
          <a:xfrm>
            <a:off x="1790700" y="3650396"/>
            <a:ext cx="10248900" cy="43622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Traditional Programming</a:t>
            </a:r>
          </a:p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Paradigm Shift</a:t>
            </a:r>
          </a:p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Machine Learning</a:t>
            </a:r>
          </a:p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Machine Learning Terminology</a:t>
            </a:r>
          </a:p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ML Pipeline</a:t>
            </a:r>
          </a:p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Working with Regression</a:t>
            </a:r>
          </a:p>
        </p:txBody>
      </p:sp>
    </p:spTree>
    <p:extLst>
      <p:ext uri="{BB962C8B-B14F-4D97-AF65-F5344CB8AC3E}">
        <p14:creationId xmlns:p14="http://schemas.microsoft.com/office/powerpoint/2010/main" val="1518606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8C5BD-3AC0-6EA0-C4FE-5455E943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D452D3FF-9E16-AC7F-777A-FF0F98FE7EAF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FA6772-685B-337A-D42B-12C22B428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6E3F6BAD-4D1E-F95D-B047-6A33B47554A2}"/>
              </a:ext>
            </a:extLst>
          </p:cNvPr>
          <p:cNvSpPr txBox="1"/>
          <p:nvPr/>
        </p:nvSpPr>
        <p:spPr>
          <a:xfrm>
            <a:off x="914400" y="1257300"/>
            <a:ext cx="156972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Traditional Programming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E5FC5BC-1E5F-DF30-457C-D1E586C3FD6B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A68EA1-D701-91CD-74C7-F03BFEECC0DD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9">
                <a:extLst>
                  <a:ext uri="{FF2B5EF4-FFF2-40B4-BE49-F238E27FC236}">
                    <a16:creationId xmlns:a16="http://schemas.microsoft.com/office/drawing/2014/main" id="{E37E9626-9611-418A-9BC0-3FD771D5401A}"/>
                  </a:ext>
                </a:extLst>
              </p:cNvPr>
              <p:cNvSpPr txBox="1"/>
              <p:nvPr/>
            </p:nvSpPr>
            <p:spPr>
              <a:xfrm>
                <a:off x="914400" y="3029221"/>
                <a:ext cx="15621000" cy="5839547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514350" indent="-514350">
                  <a:lnSpc>
                    <a:spcPct val="150000"/>
                  </a:lnSpc>
                  <a:spcBef>
                    <a:spcPct val="0"/>
                  </a:spcBef>
                  <a:buFont typeface="Wingdings" panose="05000000000000000000" pitchFamily="2" charset="2"/>
                  <a:buChar char="§"/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Human is the smartest person in the room.</a:t>
                </a:r>
              </a:p>
              <a:p>
                <a:pPr marL="514350" indent="-514350">
                  <a:lnSpc>
                    <a:spcPct val="150000"/>
                  </a:lnSpc>
                  <a:spcBef>
                    <a:spcPct val="0"/>
                  </a:spcBef>
                  <a:buFont typeface="Wingdings" panose="05000000000000000000" pitchFamily="2" charset="2"/>
                  <a:buChar char="§"/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The human is the one who discovers and </a:t>
                </a:r>
                <a:r>
                  <a:rPr lang="en-US" sz="3200" dirty="0">
                    <a:gradFill>
                      <a:gsLst>
                        <a:gs pos="0">
                          <a:srgbClr val="2B98E9"/>
                        </a:gs>
                        <a:gs pos="100000">
                          <a:srgbClr val="00FFCC"/>
                        </a:gs>
                      </a:gsLst>
                      <a:lin ang="0" scaled="1"/>
                    </a:gra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writes the mathematical function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gradFill>
                          <a:gsLst>
                            <a:gs pos="0">
                              <a:srgbClr val="2B98E9"/>
                            </a:gs>
                            <a:gs pos="100000">
                              <a:srgbClr val="00FFCC"/>
                            </a:gs>
                          </a:gsLst>
                          <a:lin ang="0" scaled="1"/>
                        </a:gra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𝑓</m:t>
                    </m:r>
                    <m:r>
                      <a:rPr lang="en-US" sz="3200" b="0" i="1" smtClean="0">
                        <a:gradFill>
                          <a:gsLst>
                            <a:gs pos="0">
                              <a:srgbClr val="2B98E9"/>
                            </a:gs>
                            <a:gs pos="100000">
                              <a:srgbClr val="00FFCC"/>
                            </a:gs>
                          </a:gsLst>
                          <a:lin ang="0" scaled="1"/>
                        </a:gra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(</m:t>
                    </m:r>
                    <m:r>
                      <a:rPr lang="en-US" sz="3200" b="0" i="1" smtClean="0">
                        <a:gradFill>
                          <a:gsLst>
                            <a:gs pos="0">
                              <a:srgbClr val="2B98E9"/>
                            </a:gs>
                            <a:gs pos="100000">
                              <a:srgbClr val="00FFCC"/>
                            </a:gs>
                          </a:gsLst>
                          <a:lin ang="0" scaled="1"/>
                        </a:gra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𝑥</m:t>
                    </m:r>
                    <m:r>
                      <a:rPr lang="en-US" sz="3200" b="0" i="1" smtClean="0">
                        <a:gradFill>
                          <a:gsLst>
                            <a:gs pos="0">
                              <a:srgbClr val="2B98E9"/>
                            </a:gs>
                            <a:gs pos="100000">
                              <a:srgbClr val="00FFCC"/>
                            </a:gs>
                          </a:gsLst>
                          <a:lin ang="0" scaled="1"/>
                        </a:gra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)</m:t>
                    </m:r>
                  </m:oMath>
                </a14:m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. The computer simply calculates the result.</a:t>
                </a:r>
              </a:p>
              <a:p>
                <a:pPr marL="514350" indent="-514350">
                  <a:lnSpc>
                    <a:spcPct val="150000"/>
                  </a:lnSpc>
                  <a:spcBef>
                    <a:spcPct val="0"/>
                  </a:spcBef>
                  <a:buFont typeface="Wingdings" panose="05000000000000000000" pitchFamily="2" charset="2"/>
                  <a:buChar char="§"/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Example: If you want to convert Celsius to Fahrenheit, YOU must write the code-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Open Sans"/>
                          <a:cs typeface="Poppins" panose="00000500000000000000" pitchFamily="2" charset="0"/>
                          <a:sym typeface="Open Sans"/>
                        </a:rPr>
                        <m:t>𝑓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Open Sans"/>
                              <a:cs typeface="Poppins" panose="00000500000000000000" pitchFamily="2" charset="0"/>
                              <a:sym typeface="Open Sans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Open Sans"/>
                              <a:cs typeface="Poppins" panose="00000500000000000000" pitchFamily="2" charset="0"/>
                              <a:sym typeface="Open Sans"/>
                            </a:rPr>
                            <m:t>𝑥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Open Sans"/>
                          <a:cs typeface="Poppins" panose="00000500000000000000" pitchFamily="2" charset="0"/>
                          <a:sym typeface="Open Sans"/>
                        </a:rPr>
                        <m:t>=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Open Sans"/>
                              <a:cs typeface="Poppins" panose="00000500000000000000" pitchFamily="2" charset="0"/>
                              <a:sym typeface="Open Sans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Open Sans"/>
                              <a:cs typeface="Poppins" panose="00000500000000000000" pitchFamily="2" charset="0"/>
                              <a:sym typeface="Open Sans"/>
                            </a:rPr>
                            <m:t>𝑥</m:t>
                          </m:r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Open Sans"/>
                              <a:cs typeface="Poppins" panose="00000500000000000000" pitchFamily="2" charset="0"/>
                              <a:sym typeface="Open Sans"/>
                            </a:rPr>
                            <m:t>×1.8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Open Sans"/>
                          <a:cs typeface="Poppins" panose="00000500000000000000" pitchFamily="2" charset="0"/>
                          <a:sym typeface="Open Sans"/>
                        </a:rPr>
                        <m:t>+32</m:t>
                      </m:r>
                    </m:oMath>
                  </m:oMathPara>
                </a14:m>
                <a:endParaRPr lang="en-US" sz="3200" b="0" dirty="0">
                  <a:solidFill>
                    <a:schemeClr val="bg1"/>
                  </a:solidFill>
                  <a:latin typeface="Poppins" panose="00000500000000000000" pitchFamily="2" charset="0"/>
                  <a:ea typeface="Open Sans"/>
                  <a:cs typeface="Poppins" panose="00000500000000000000" pitchFamily="2" charset="0"/>
                  <a:sym typeface="Open Sans"/>
                </a:endParaRPr>
              </a:p>
              <a:p>
                <a:pPr marL="514350" indent="-514350">
                  <a:lnSpc>
                    <a:spcPct val="150000"/>
                  </a:lnSpc>
                  <a:spcBef>
                    <a:spcPct val="0"/>
                  </a:spcBef>
                  <a:buFont typeface="Wingdings" panose="05000000000000000000" pitchFamily="2" charset="2"/>
                  <a:buChar char="§"/>
                </a:pPr>
                <a:r>
                  <a:rPr lang="en-US" sz="3200" b="1" dirty="0">
                    <a:gradFill>
                      <a:gsLst>
                        <a:gs pos="0">
                          <a:srgbClr val="2B98E9"/>
                        </a:gs>
                        <a:gs pos="100000">
                          <a:srgbClr val="00FFCC"/>
                        </a:gs>
                      </a:gsLst>
                      <a:lin ang="0" scaled="1"/>
                    </a:gra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The Computer's Job: </a:t>
                </a: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It just plugs in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𝑥</m:t>
                    </m:r>
                  </m:oMath>
                </a14:m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 and calculates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𝑦</m:t>
                    </m:r>
                  </m:oMath>
                </a14:m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. It doesn't know why it's multiplying by 1.8; it just follows your orders.</a:t>
                </a:r>
              </a:p>
            </p:txBody>
          </p:sp>
        </mc:Choice>
        <mc:Fallback xmlns="">
          <p:sp>
            <p:nvSpPr>
              <p:cNvPr id="21" name="TextBox 9">
                <a:extLst>
                  <a:ext uri="{FF2B5EF4-FFF2-40B4-BE49-F238E27FC236}">
                    <a16:creationId xmlns:a16="http://schemas.microsoft.com/office/drawing/2014/main" id="{E37E9626-9611-418A-9BC0-3FD771D54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3029221"/>
                <a:ext cx="15621000" cy="5839547"/>
              </a:xfrm>
              <a:prstGeom prst="rect">
                <a:avLst/>
              </a:prstGeom>
              <a:blipFill>
                <a:blip r:embed="rId2"/>
                <a:stretch>
                  <a:fillRect l="-1444" r="-1249" b="-31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9">
            <a:extLst>
              <a:ext uri="{FF2B5EF4-FFF2-40B4-BE49-F238E27FC236}">
                <a16:creationId xmlns:a16="http://schemas.microsoft.com/office/drawing/2014/main" id="{9867DAD4-A2B6-B111-694A-B88A866C624C}"/>
              </a:ext>
            </a:extLst>
          </p:cNvPr>
          <p:cNvSpPr txBox="1"/>
          <p:nvPr/>
        </p:nvSpPr>
        <p:spPr>
          <a:xfrm>
            <a:off x="920838" y="401775"/>
            <a:ext cx="235576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Traditional</a:t>
            </a:r>
          </a:p>
        </p:txBody>
      </p:sp>
    </p:spTree>
    <p:extLst>
      <p:ext uri="{BB962C8B-B14F-4D97-AF65-F5344CB8AC3E}">
        <p14:creationId xmlns:p14="http://schemas.microsoft.com/office/powerpoint/2010/main" val="2096644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AA4CA-B60E-F166-2B38-58FD824A2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D693C781-A5F4-D8D8-49C5-CBDA981A11A7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D75D71-C7AE-1987-0CB4-122B732DE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54008A62-7CAF-307E-683B-B49A7A5ACC96}"/>
              </a:ext>
            </a:extLst>
          </p:cNvPr>
          <p:cNvSpPr txBox="1"/>
          <p:nvPr/>
        </p:nvSpPr>
        <p:spPr>
          <a:xfrm>
            <a:off x="914400" y="1257300"/>
            <a:ext cx="156972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Traditional Programming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1267BD5-7C30-8051-6F04-9D2669042F9C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2D17D9F-0DA2-9F5C-6603-A1E8A98D0734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F4B2C87E-A4E9-533B-F76E-5AA8C84CE7EC}"/>
              </a:ext>
            </a:extLst>
          </p:cNvPr>
          <p:cNvSpPr txBox="1"/>
          <p:nvPr/>
        </p:nvSpPr>
        <p:spPr>
          <a:xfrm>
            <a:off x="920838" y="401775"/>
            <a:ext cx="235576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Traditional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D462935-6B58-6721-A19E-ABF9429D6AE6}"/>
              </a:ext>
            </a:extLst>
          </p:cNvPr>
          <p:cNvSpPr/>
          <p:nvPr/>
        </p:nvSpPr>
        <p:spPr>
          <a:xfrm>
            <a:off x="6400800" y="4229100"/>
            <a:ext cx="4572000" cy="3657600"/>
          </a:xfrm>
          <a:prstGeom prst="rect">
            <a:avLst/>
          </a:prstGeom>
          <a:solidFill>
            <a:srgbClr val="2C9A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latin typeface="Poppins" panose="00000500000000000000" pitchFamily="2" charset="0"/>
                <a:cs typeface="Poppins" panose="00000500000000000000" pitchFamily="2" charset="0"/>
              </a:rPr>
              <a:t>Algorithm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3A2E3FF0-D909-D3EB-3FD0-DB997AE793D8}"/>
              </a:ext>
            </a:extLst>
          </p:cNvPr>
          <p:cNvSpPr/>
          <p:nvPr/>
        </p:nvSpPr>
        <p:spPr>
          <a:xfrm>
            <a:off x="7162800" y="3314700"/>
            <a:ext cx="304800" cy="914400"/>
          </a:xfrm>
          <a:prstGeom prst="downArrow">
            <a:avLst/>
          </a:prstGeom>
          <a:solidFill>
            <a:srgbClr val="2B98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86F4B8FD-62D7-9F0E-FE7D-2CABDE37E5BE}"/>
              </a:ext>
            </a:extLst>
          </p:cNvPr>
          <p:cNvSpPr/>
          <p:nvPr/>
        </p:nvSpPr>
        <p:spPr>
          <a:xfrm>
            <a:off x="9906000" y="3314700"/>
            <a:ext cx="304800" cy="914400"/>
          </a:xfrm>
          <a:prstGeom prst="downArrow">
            <a:avLst/>
          </a:prstGeom>
          <a:solidFill>
            <a:srgbClr val="2B98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73D17BC1-11E4-A507-39E0-3361A0F58CC3}"/>
              </a:ext>
            </a:extLst>
          </p:cNvPr>
          <p:cNvSpPr/>
          <p:nvPr/>
        </p:nvSpPr>
        <p:spPr>
          <a:xfrm>
            <a:off x="8710411" y="7868992"/>
            <a:ext cx="304800" cy="914400"/>
          </a:xfrm>
          <a:prstGeom prst="downArrow">
            <a:avLst/>
          </a:prstGeom>
          <a:solidFill>
            <a:srgbClr val="2B98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42E6E3-C30F-8620-6D81-F4D179BC0AA3}"/>
              </a:ext>
            </a:extLst>
          </p:cNvPr>
          <p:cNvSpPr txBox="1"/>
          <p:nvPr/>
        </p:nvSpPr>
        <p:spPr>
          <a:xfrm>
            <a:off x="6137319" y="2874153"/>
            <a:ext cx="235576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7BAFC8-5373-8F5B-F179-543342732DF1}"/>
              </a:ext>
            </a:extLst>
          </p:cNvPr>
          <p:cNvSpPr txBox="1"/>
          <p:nvPr/>
        </p:nvSpPr>
        <p:spPr>
          <a:xfrm>
            <a:off x="8880519" y="2874152"/>
            <a:ext cx="235576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Rules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D3149F-834C-5DDA-AA80-7A2BAE9E85E2}"/>
              </a:ext>
            </a:extLst>
          </p:cNvPr>
          <p:cNvSpPr txBox="1"/>
          <p:nvPr/>
        </p:nvSpPr>
        <p:spPr>
          <a:xfrm>
            <a:off x="7684930" y="8783392"/>
            <a:ext cx="235576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Answers</a:t>
            </a:r>
          </a:p>
        </p:txBody>
      </p:sp>
    </p:spTree>
    <p:extLst>
      <p:ext uri="{BB962C8B-B14F-4D97-AF65-F5344CB8AC3E}">
        <p14:creationId xmlns:p14="http://schemas.microsoft.com/office/powerpoint/2010/main" val="3531369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953B-D213-82A9-88A1-4339496F9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CF9C4B10-EAC8-8352-E2D3-301A00A914CB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CCBACB-3CF7-ED95-5984-D66708CEA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1AA7C920-C532-9153-4599-86ADBE5652B6}"/>
              </a:ext>
            </a:extLst>
          </p:cNvPr>
          <p:cNvSpPr txBox="1"/>
          <p:nvPr/>
        </p:nvSpPr>
        <p:spPr>
          <a:xfrm>
            <a:off x="920838" y="401775"/>
            <a:ext cx="235576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Traditional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24CFC7C1-5A9D-E6D8-189C-384EDC1417A3}"/>
              </a:ext>
            </a:extLst>
          </p:cNvPr>
          <p:cNvSpPr txBox="1"/>
          <p:nvPr/>
        </p:nvSpPr>
        <p:spPr>
          <a:xfrm>
            <a:off x="914400" y="1333500"/>
            <a:ext cx="156972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Why Traditional Programming Fails?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6A95753-D017-D69A-A158-6842A01F5692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E2CD259-671C-5EDC-F4B3-CD35A78E6743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535507D8-036C-A375-60C1-6828DC5A38E9}"/>
              </a:ext>
            </a:extLst>
          </p:cNvPr>
          <p:cNvSpPr txBox="1"/>
          <p:nvPr/>
        </p:nvSpPr>
        <p:spPr>
          <a:xfrm>
            <a:off x="914400" y="3113953"/>
            <a:ext cx="15621000" cy="21462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"Infinite Rules" Trap.</a:t>
            </a:r>
          </a:p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unknown function for complex scenario.</a:t>
            </a:r>
          </a:p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Zero Adaptability because traditional code is static.</a:t>
            </a:r>
          </a:p>
        </p:txBody>
      </p:sp>
    </p:spTree>
    <p:extLst>
      <p:ext uri="{BB962C8B-B14F-4D97-AF65-F5344CB8AC3E}">
        <p14:creationId xmlns:p14="http://schemas.microsoft.com/office/powerpoint/2010/main" val="2896999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9B925-BC98-1554-D9F8-8961484F6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52FAEDC3-DDA2-224C-BDB1-6A50F70D2ECC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42B575-69DE-4392-A140-F2F250CAE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00C5BDD9-A092-A3A9-FFD5-2CABC9074BB0}"/>
              </a:ext>
            </a:extLst>
          </p:cNvPr>
          <p:cNvSpPr txBox="1"/>
          <p:nvPr/>
        </p:nvSpPr>
        <p:spPr>
          <a:xfrm>
            <a:off x="920838" y="401775"/>
            <a:ext cx="235576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Traditional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58F41BE2-5207-7331-5EC2-80A3B98E5FB4}"/>
              </a:ext>
            </a:extLst>
          </p:cNvPr>
          <p:cNvSpPr txBox="1"/>
          <p:nvPr/>
        </p:nvSpPr>
        <p:spPr>
          <a:xfrm>
            <a:off x="914400" y="1333500"/>
            <a:ext cx="156972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Reality of Real-World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9170D3-1434-6BD5-433B-491FF1657F84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6F8B790-C824-2E67-7847-4BA866B22C9A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8638C1A7-7E54-8BE6-CD27-5671183EC039}"/>
              </a:ext>
            </a:extLst>
          </p:cNvPr>
          <p:cNvSpPr txBox="1"/>
          <p:nvPr/>
        </p:nvSpPr>
        <p:spPr>
          <a:xfrm>
            <a:off x="914400" y="3113953"/>
            <a:ext cx="15621000" cy="36235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High Complexity: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Real-world problems don't follow neat mathematical formulas.</a:t>
            </a:r>
          </a:p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Massive Scale: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We generate quintillions of bytes of data daily.</a:t>
            </a:r>
          </a:p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Unstructured Chaos: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80% of world data is Unstructured (Images, Voice, Text).</a:t>
            </a:r>
          </a:p>
        </p:txBody>
      </p:sp>
    </p:spTree>
    <p:extLst>
      <p:ext uri="{BB962C8B-B14F-4D97-AF65-F5344CB8AC3E}">
        <p14:creationId xmlns:p14="http://schemas.microsoft.com/office/powerpoint/2010/main" val="1989977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99F94-A177-16D9-00F8-5E17F9CFF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6BB17303-36C6-D54D-FF3C-C471D1BA19C1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453B04-763D-ED45-6333-DA2F94741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0E7F6001-E9AC-89AC-2095-1FB8D54D0F0C}"/>
              </a:ext>
            </a:extLst>
          </p:cNvPr>
          <p:cNvSpPr txBox="1"/>
          <p:nvPr/>
        </p:nvSpPr>
        <p:spPr>
          <a:xfrm>
            <a:off x="4305300" y="4220170"/>
            <a:ext cx="9677400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120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Solution?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5C67A3-6DCC-6611-1810-03904F9A845D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A6380BE-3ACB-47B4-08E9-688C31F31E8A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0768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42A63-6C2C-6F72-27A8-61255D679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89914F4E-8561-4942-F3C3-601E1690F33A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8FBBD6-E3AF-12C0-1A48-A417835B0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915347A6-FFB5-C721-D500-C79785C84401}"/>
              </a:ext>
            </a:extLst>
          </p:cNvPr>
          <p:cNvSpPr txBox="1"/>
          <p:nvPr/>
        </p:nvSpPr>
        <p:spPr>
          <a:xfrm>
            <a:off x="920838" y="401775"/>
            <a:ext cx="3498762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Shift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B2E8AE65-09A0-2B3A-1E32-CF9AB3032517}"/>
              </a:ext>
            </a:extLst>
          </p:cNvPr>
          <p:cNvSpPr txBox="1"/>
          <p:nvPr/>
        </p:nvSpPr>
        <p:spPr>
          <a:xfrm>
            <a:off x="914400" y="1333500"/>
            <a:ext cx="156972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Solution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ED9E0C-489C-E02E-A32C-7A714A8CE863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7655D70-99D3-B9CF-0142-E1846D22E4BE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665B3ABC-CD18-3EBC-729B-4C18B3A02CD1}"/>
              </a:ext>
            </a:extLst>
          </p:cNvPr>
          <p:cNvSpPr txBox="1"/>
          <p:nvPr/>
        </p:nvSpPr>
        <p:spPr>
          <a:xfrm>
            <a:off x="914400" y="3113953"/>
            <a:ext cx="15621000" cy="51008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Problem: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We know the Inputs (Pixel data) and we know the desired Outputs (Label: "Cat"), but we cannot write the Rules to connect them.</a:t>
            </a:r>
          </a:p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Idea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: What if we stop trying to write the rules?</a:t>
            </a:r>
          </a:p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Paradigm Shift: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Instead of telling the computer how to do it, let's simply show it what we want it to do.</a:t>
            </a:r>
          </a:p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Proposal: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Let's feed the Data and the Answers into the machine and let it figure out the mathematical relationship.</a:t>
            </a:r>
          </a:p>
        </p:txBody>
      </p:sp>
    </p:spTree>
    <p:extLst>
      <p:ext uri="{BB962C8B-B14F-4D97-AF65-F5344CB8AC3E}">
        <p14:creationId xmlns:p14="http://schemas.microsoft.com/office/powerpoint/2010/main" val="3521761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8EF39-8E67-F3EC-769D-E2B56EB7D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864D2ADD-D409-21A6-FB80-E3A02AFC75B4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7C5F63-33A8-AC8F-EEDB-D08E5926C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85CE6EE7-9D63-9C40-CFDB-2191CAD168AD}"/>
              </a:ext>
            </a:extLst>
          </p:cNvPr>
          <p:cNvSpPr txBox="1"/>
          <p:nvPr/>
        </p:nvSpPr>
        <p:spPr>
          <a:xfrm>
            <a:off x="914400" y="1257300"/>
            <a:ext cx="156972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Paradigm Shift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1A8424-D12F-F90B-0143-E42D6DC56F22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342A0E-2CDA-91B0-2334-CBE78F9E2546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33DF54-44C4-8BF5-88F1-D22B5E5375E8}"/>
              </a:ext>
            </a:extLst>
          </p:cNvPr>
          <p:cNvSpPr/>
          <p:nvPr/>
        </p:nvSpPr>
        <p:spPr>
          <a:xfrm>
            <a:off x="2362199" y="4267991"/>
            <a:ext cx="4572000" cy="3657600"/>
          </a:xfrm>
          <a:prstGeom prst="rect">
            <a:avLst/>
          </a:prstGeom>
          <a:solidFill>
            <a:srgbClr val="2C9A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>
                <a:latin typeface="Poppins" panose="00000500000000000000" pitchFamily="2" charset="0"/>
                <a:cs typeface="Poppins" panose="00000500000000000000" pitchFamily="2" charset="0"/>
              </a:rPr>
              <a:t> ?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CF57AEE5-6444-7CEE-2285-D616D63F7366}"/>
              </a:ext>
            </a:extLst>
          </p:cNvPr>
          <p:cNvSpPr/>
          <p:nvPr/>
        </p:nvSpPr>
        <p:spPr>
          <a:xfrm>
            <a:off x="3124199" y="3353591"/>
            <a:ext cx="304800" cy="914400"/>
          </a:xfrm>
          <a:prstGeom prst="downArrow">
            <a:avLst/>
          </a:prstGeom>
          <a:solidFill>
            <a:srgbClr val="2B98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36617C79-D76C-A692-9079-ADF28A5C8864}"/>
              </a:ext>
            </a:extLst>
          </p:cNvPr>
          <p:cNvSpPr/>
          <p:nvPr/>
        </p:nvSpPr>
        <p:spPr>
          <a:xfrm>
            <a:off x="5867399" y="3353591"/>
            <a:ext cx="304800" cy="914400"/>
          </a:xfrm>
          <a:prstGeom prst="downArrow">
            <a:avLst/>
          </a:prstGeom>
          <a:solidFill>
            <a:srgbClr val="2B98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1515CD99-F0AE-2E91-7B20-14A764A29D80}"/>
              </a:ext>
            </a:extLst>
          </p:cNvPr>
          <p:cNvSpPr/>
          <p:nvPr/>
        </p:nvSpPr>
        <p:spPr>
          <a:xfrm>
            <a:off x="4571999" y="7934196"/>
            <a:ext cx="304800" cy="914400"/>
          </a:xfrm>
          <a:prstGeom prst="downArrow">
            <a:avLst/>
          </a:prstGeom>
          <a:solidFill>
            <a:srgbClr val="2B98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98A8B0-018F-B7F4-ACB8-B7CD8E7DA0E8}"/>
              </a:ext>
            </a:extLst>
          </p:cNvPr>
          <p:cNvSpPr txBox="1"/>
          <p:nvPr/>
        </p:nvSpPr>
        <p:spPr>
          <a:xfrm>
            <a:off x="2098718" y="2913044"/>
            <a:ext cx="235576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AFC445-87D5-6056-F847-EDFD0ACC3D0E}"/>
              </a:ext>
            </a:extLst>
          </p:cNvPr>
          <p:cNvSpPr txBox="1"/>
          <p:nvPr/>
        </p:nvSpPr>
        <p:spPr>
          <a:xfrm>
            <a:off x="3633987" y="8834839"/>
            <a:ext cx="235576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Rules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2E8B96-A42D-CFB9-D89D-81D6782890B2}"/>
              </a:ext>
            </a:extLst>
          </p:cNvPr>
          <p:cNvSpPr txBox="1"/>
          <p:nvPr/>
        </p:nvSpPr>
        <p:spPr>
          <a:xfrm>
            <a:off x="4976610" y="2909826"/>
            <a:ext cx="235576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Answers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E339D6-B58A-A605-D12A-CBF5E9398DC4}"/>
              </a:ext>
            </a:extLst>
          </p:cNvPr>
          <p:cNvSpPr/>
          <p:nvPr/>
        </p:nvSpPr>
        <p:spPr>
          <a:xfrm>
            <a:off x="10058400" y="4250283"/>
            <a:ext cx="4572000" cy="3657600"/>
          </a:xfrm>
          <a:prstGeom prst="rect">
            <a:avLst/>
          </a:prstGeom>
          <a:solidFill>
            <a:srgbClr val="2C9A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>
                <a:latin typeface="Poppins" panose="00000500000000000000" pitchFamily="2" charset="0"/>
                <a:cs typeface="Poppins" panose="00000500000000000000" pitchFamily="2" charset="0"/>
              </a:rPr>
              <a:t> ?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BE1205E7-7959-1720-9DEA-C35F00E2B338}"/>
              </a:ext>
            </a:extLst>
          </p:cNvPr>
          <p:cNvSpPr/>
          <p:nvPr/>
        </p:nvSpPr>
        <p:spPr>
          <a:xfrm>
            <a:off x="12385720" y="3363251"/>
            <a:ext cx="304800" cy="914400"/>
          </a:xfrm>
          <a:prstGeom prst="downArrow">
            <a:avLst/>
          </a:prstGeom>
          <a:solidFill>
            <a:srgbClr val="2B98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949B5A-E10F-72B5-8763-F93802DDD321}"/>
              </a:ext>
            </a:extLst>
          </p:cNvPr>
          <p:cNvSpPr txBox="1"/>
          <p:nvPr/>
        </p:nvSpPr>
        <p:spPr>
          <a:xfrm>
            <a:off x="11360239" y="2922704"/>
            <a:ext cx="235576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New Data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61765E1-C4BE-D468-4CED-81A651984340}"/>
              </a:ext>
            </a:extLst>
          </p:cNvPr>
          <p:cNvSpPr/>
          <p:nvPr/>
        </p:nvSpPr>
        <p:spPr>
          <a:xfrm>
            <a:off x="12344400" y="7901692"/>
            <a:ext cx="304800" cy="914400"/>
          </a:xfrm>
          <a:prstGeom prst="downArrow">
            <a:avLst/>
          </a:prstGeom>
          <a:solidFill>
            <a:srgbClr val="2B98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15737A-E6FE-4E82-F789-DDD9557E607B}"/>
              </a:ext>
            </a:extLst>
          </p:cNvPr>
          <p:cNvSpPr txBox="1"/>
          <p:nvPr/>
        </p:nvSpPr>
        <p:spPr>
          <a:xfrm>
            <a:off x="11318919" y="8832853"/>
            <a:ext cx="235576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Answers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8CB532EC-6527-3EAF-DD3A-4F7CF5A1EDB1}"/>
              </a:ext>
            </a:extLst>
          </p:cNvPr>
          <p:cNvSpPr txBox="1"/>
          <p:nvPr/>
        </p:nvSpPr>
        <p:spPr>
          <a:xfrm>
            <a:off x="920838" y="401775"/>
            <a:ext cx="3498762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Shift</a:t>
            </a:r>
          </a:p>
        </p:txBody>
      </p:sp>
    </p:spTree>
    <p:extLst>
      <p:ext uri="{BB962C8B-B14F-4D97-AF65-F5344CB8AC3E}">
        <p14:creationId xmlns:p14="http://schemas.microsoft.com/office/powerpoint/2010/main" val="39413751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BFDA8-1789-E069-102F-025CABC12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B065CF22-7C58-B9DD-458D-F28CED1B86C5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C45AC0-B14D-6D0E-9610-3608326C4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374C37D1-6360-CF2A-B152-2ECB510E46B0}"/>
              </a:ext>
            </a:extLst>
          </p:cNvPr>
          <p:cNvSpPr txBox="1"/>
          <p:nvPr/>
        </p:nvSpPr>
        <p:spPr>
          <a:xfrm>
            <a:off x="920838" y="401775"/>
            <a:ext cx="3498762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Shift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5F004D89-CD34-D351-9509-76DD3A73B313}"/>
              </a:ext>
            </a:extLst>
          </p:cNvPr>
          <p:cNvSpPr txBox="1"/>
          <p:nvPr/>
        </p:nvSpPr>
        <p:spPr>
          <a:xfrm>
            <a:off x="914400" y="1333500"/>
            <a:ext cx="156972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AI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C16951-FB9A-FDA6-D060-BC1F7B007AD8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B4837E-9501-5890-0862-9149684496E8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62DFF142-0C69-D2C0-D2FD-F19A5F03B698}"/>
              </a:ext>
            </a:extLst>
          </p:cNvPr>
          <p:cNvSpPr txBox="1"/>
          <p:nvPr/>
        </p:nvSpPr>
        <p:spPr>
          <a:xfrm>
            <a:off x="878983" y="2248173"/>
            <a:ext cx="15925800" cy="14075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Artificial Intelligence (AI) is about </a:t>
            </a:r>
            <a:r>
              <a:rPr lang="en-US" sz="3200" b="1" dirty="0" err="1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mimicing</a:t>
            </a: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 human intelligence to handle the "messy" real world.</a:t>
            </a:r>
            <a:endParaRPr lang="en-US" sz="3200" dirty="0">
              <a:solidFill>
                <a:schemeClr val="bg1"/>
              </a:soli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0C9293C8-8A7C-5B01-6F28-B99612966EEA}"/>
              </a:ext>
            </a:extLst>
          </p:cNvPr>
          <p:cNvSpPr txBox="1"/>
          <p:nvPr/>
        </p:nvSpPr>
        <p:spPr>
          <a:xfrm>
            <a:off x="859665" y="4074496"/>
            <a:ext cx="156972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Why AI?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74E2739C-FA79-B806-F798-D1412C904981}"/>
              </a:ext>
            </a:extLst>
          </p:cNvPr>
          <p:cNvSpPr txBox="1"/>
          <p:nvPr/>
        </p:nvSpPr>
        <p:spPr>
          <a:xfrm>
            <a:off x="868251" y="5329944"/>
            <a:ext cx="15925800" cy="28848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Handles Chaos: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Processes messy, unstructured data (like images, text, and voice).</a:t>
            </a:r>
          </a:p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Finds Patterns: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Detects complex hidden connections that humans miss.</a:t>
            </a:r>
          </a:p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Constantly Adapts: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code evolves and gets smarter as it sees new data.</a:t>
            </a:r>
          </a:p>
        </p:txBody>
      </p:sp>
    </p:spTree>
    <p:extLst>
      <p:ext uri="{BB962C8B-B14F-4D97-AF65-F5344CB8AC3E}">
        <p14:creationId xmlns:p14="http://schemas.microsoft.com/office/powerpoint/2010/main" val="35496519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67D19-3959-7B28-0F83-E57D3DC84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1264E973-6AFC-C9B7-9925-ED4290B3008D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784E7E5-4534-B48C-9844-9F895DA0B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5E38E456-371C-9869-826A-182AE01699D1}"/>
              </a:ext>
            </a:extLst>
          </p:cNvPr>
          <p:cNvSpPr txBox="1"/>
          <p:nvPr/>
        </p:nvSpPr>
        <p:spPr>
          <a:xfrm>
            <a:off x="1333500" y="2842124"/>
            <a:ext cx="15621000" cy="4431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72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But 'AI' is a huge buzzword. To understand how it actually works, we need to peel back the layers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B2B04D6-BC3A-F448-6CF8-9949CD9D4765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08DFFCD-93FD-BEA3-34F4-D11A229FD83D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5251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B4087-7349-712A-ADAB-6F92EC926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EEFEAF46-553F-1839-ED10-1AE15F085F7C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A7A3669-EC91-E2E5-DFEC-5FC76FE0F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BDFDD58-B4EC-C806-EB18-18F62AFA1EA5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3023F8-701D-99D3-3044-081FECA24089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3BE607-9B08-69CF-7A1C-D2085CA8F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6293" y="1504722"/>
            <a:ext cx="13079907" cy="7300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7305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DC3AC-45AC-C4E7-EA98-18F46E980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D67A2FAF-D588-886B-81A5-A90BD4DBC5AB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404945-B896-5AE6-0087-6712E0267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15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CBA7887A-0BD8-2A10-E152-67DECDA7A838}"/>
              </a:ext>
            </a:extLst>
          </p:cNvPr>
          <p:cNvSpPr txBox="1"/>
          <p:nvPr/>
        </p:nvSpPr>
        <p:spPr>
          <a:xfrm>
            <a:off x="920838" y="401775"/>
            <a:ext cx="3498762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ML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AEFF10C3-2D96-8DCE-8330-7126FF8F56BE}"/>
              </a:ext>
            </a:extLst>
          </p:cNvPr>
          <p:cNvSpPr txBox="1"/>
          <p:nvPr/>
        </p:nvSpPr>
        <p:spPr>
          <a:xfrm>
            <a:off x="914400" y="1333500"/>
            <a:ext cx="156972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What is Machine?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7F38626-D1C1-99E2-9367-58A56C2D6CA7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1EAC8F-7ABC-6D99-D3A2-CED5738CE140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3B4A6392-B119-F9A8-7F40-F9135FFA5E8D}"/>
              </a:ext>
            </a:extLst>
          </p:cNvPr>
          <p:cNvSpPr txBox="1"/>
          <p:nvPr/>
        </p:nvSpPr>
        <p:spPr>
          <a:xfrm>
            <a:off x="878983" y="2248173"/>
            <a:ext cx="15925800" cy="14075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 machine is a physical system using power to apply forces and control movement to perform an action.</a:t>
            </a: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2901CFD6-5DA5-2F6D-D0ED-22A7FF32D9EA}"/>
              </a:ext>
            </a:extLst>
          </p:cNvPr>
          <p:cNvSpPr txBox="1"/>
          <p:nvPr/>
        </p:nvSpPr>
        <p:spPr>
          <a:xfrm>
            <a:off x="859665" y="4074496"/>
            <a:ext cx="156972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What is Learning?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98D79C4D-FD4F-BF5A-16E1-3B7A52FC64D7}"/>
              </a:ext>
            </a:extLst>
          </p:cNvPr>
          <p:cNvSpPr txBox="1"/>
          <p:nvPr/>
        </p:nvSpPr>
        <p:spPr>
          <a:xfrm>
            <a:off x="868251" y="5329944"/>
            <a:ext cx="15925800" cy="14075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Learning is the process of acquiring new or existing modifying </a:t>
            </a: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knowledge, behaviors, skills, values, or preferences.</a:t>
            </a:r>
          </a:p>
        </p:txBody>
      </p:sp>
    </p:spTree>
    <p:extLst>
      <p:ext uri="{BB962C8B-B14F-4D97-AF65-F5344CB8AC3E}">
        <p14:creationId xmlns:p14="http://schemas.microsoft.com/office/powerpoint/2010/main" val="31097828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D84DF-CB7C-2D56-1234-A9C72770A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454295AC-6555-B622-1ADB-3E8646C77883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0A54A2-F940-0F35-11F2-810A144AC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18F08EA2-5CEA-EE9D-3E38-BD76D90492CF}"/>
              </a:ext>
            </a:extLst>
          </p:cNvPr>
          <p:cNvSpPr txBox="1"/>
          <p:nvPr/>
        </p:nvSpPr>
        <p:spPr>
          <a:xfrm>
            <a:off x="920838" y="401775"/>
            <a:ext cx="3498762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ML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4E2FD16F-C599-2003-DF52-32A6F25192B9}"/>
              </a:ext>
            </a:extLst>
          </p:cNvPr>
          <p:cNvSpPr txBox="1"/>
          <p:nvPr/>
        </p:nvSpPr>
        <p:spPr>
          <a:xfrm>
            <a:off x="914400" y="1333500"/>
            <a:ext cx="156972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What is Machine Learning?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8192960-1730-1B3A-99BE-52B0BE0EF8AD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0E1B230-F9CC-DBF0-E15B-2FF9F0AC608B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8A347DAA-3148-FC12-DF99-E5E8434918B0}"/>
              </a:ext>
            </a:extLst>
          </p:cNvPr>
          <p:cNvSpPr txBox="1"/>
          <p:nvPr/>
        </p:nvSpPr>
        <p:spPr>
          <a:xfrm>
            <a:off x="878983" y="2248173"/>
            <a:ext cx="15925800" cy="21462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Machine learning (ML) is the study of computer algorithms that can improve automatically through experience and by the use of data. It is seen as a part of artificial intelligence. </a:t>
            </a:r>
          </a:p>
        </p:txBody>
      </p:sp>
    </p:spTree>
    <p:extLst>
      <p:ext uri="{BB962C8B-B14F-4D97-AF65-F5344CB8AC3E}">
        <p14:creationId xmlns:p14="http://schemas.microsoft.com/office/powerpoint/2010/main" val="11274308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67194-DE39-D459-432E-4EE89F668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36256EB5-0E9F-9DEE-AC54-53C57E9E7582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FFEC60-4071-FE6D-9422-9F02811EB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17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764ABD70-7383-B692-0665-55DF247150D5}"/>
              </a:ext>
            </a:extLst>
          </p:cNvPr>
          <p:cNvSpPr txBox="1"/>
          <p:nvPr/>
        </p:nvSpPr>
        <p:spPr>
          <a:xfrm>
            <a:off x="1333500" y="3708042"/>
            <a:ext cx="15621000" cy="2215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72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Common Terminologies</a:t>
            </a:r>
          </a:p>
          <a:p>
            <a:pPr algn="ctr">
              <a:spcBef>
                <a:spcPct val="0"/>
              </a:spcBef>
            </a:pPr>
            <a:r>
              <a:rPr lang="en-US" sz="72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Related to ML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E34688-1044-D535-7650-CB0B254A588D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79008DE-E3E5-3192-8845-FE5A8EA5B4EC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8511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C6E10-4A9B-37E4-B7D1-77DEDCBFE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35542C18-E124-A554-798A-8A0822EDA868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75FC35-B9DE-6E7C-AECE-D73247E38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18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8A7FC434-350A-A8BA-96B0-A05E370FC539}"/>
              </a:ext>
            </a:extLst>
          </p:cNvPr>
          <p:cNvSpPr txBox="1"/>
          <p:nvPr/>
        </p:nvSpPr>
        <p:spPr>
          <a:xfrm>
            <a:off x="838200" y="378915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Data &amp; Dataset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10353F03-9ABF-4A20-A4BE-BC82770A1C7C}"/>
              </a:ext>
            </a:extLst>
          </p:cNvPr>
          <p:cNvSpPr txBox="1"/>
          <p:nvPr/>
        </p:nvSpPr>
        <p:spPr>
          <a:xfrm>
            <a:off x="838200" y="1345471"/>
            <a:ext cx="115824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Data Fundamentals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CD3CED9-4BA9-2A05-9509-8160AF47547D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164DA6D-2519-AAF9-DB04-BDB6118A6FFB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9">
            <a:extLst>
              <a:ext uri="{FF2B5EF4-FFF2-40B4-BE49-F238E27FC236}">
                <a16:creationId xmlns:a16="http://schemas.microsoft.com/office/drawing/2014/main" id="{4F53A747-7C11-ECF4-876F-E41274EC6813}"/>
              </a:ext>
            </a:extLst>
          </p:cNvPr>
          <p:cNvSpPr txBox="1"/>
          <p:nvPr/>
        </p:nvSpPr>
        <p:spPr>
          <a:xfrm>
            <a:off x="914400" y="3089386"/>
            <a:ext cx="10248900" cy="28848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What is Data?</a:t>
            </a:r>
          </a:p>
          <a:p>
            <a:pPr marL="914400" lvl="1" indent="-4572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Facts and statistics collected for reference or analysis.</a:t>
            </a:r>
          </a:p>
          <a:p>
            <a:pPr marL="914400" lvl="1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endParaRPr lang="en-US" sz="3200" b="1" dirty="0">
              <a:solidFill>
                <a:schemeClr val="bg1"/>
              </a:soli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</p:txBody>
      </p:sp>
      <p:pic>
        <p:nvPicPr>
          <p:cNvPr id="4098" name="Picture 2" descr="a black and white image of a tree with many small white lights">
            <a:extLst>
              <a:ext uri="{FF2B5EF4-FFF2-40B4-BE49-F238E27FC236}">
                <a16:creationId xmlns:a16="http://schemas.microsoft.com/office/drawing/2014/main" id="{40F7F90A-D90B-B86A-B50A-9E0877127B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7200" y="2781300"/>
            <a:ext cx="48768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35092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6BB2F-5647-6F63-0902-1037F5CA5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C2D54632-9284-9D4F-3BBE-749B5CE2206A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7767BC-9EAD-4E0E-6660-931AC08ED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19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30321E-517B-DFE1-7F31-59435096C8D9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1D3275E-38D2-1CBC-BFF6-FBD4C752854D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91498E48-D7BE-5AAA-ED7E-43948DFD8E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3586166"/>
              </p:ext>
            </p:extLst>
          </p:nvPr>
        </p:nvGraphicFramePr>
        <p:xfrm>
          <a:off x="4191000" y="1250666"/>
          <a:ext cx="10248900" cy="80555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9">
            <a:extLst>
              <a:ext uri="{FF2B5EF4-FFF2-40B4-BE49-F238E27FC236}">
                <a16:creationId xmlns:a16="http://schemas.microsoft.com/office/drawing/2014/main" id="{DAF3DE23-00EE-A9BB-9836-CCDBABBAC159}"/>
              </a:ext>
            </a:extLst>
          </p:cNvPr>
          <p:cNvSpPr txBox="1"/>
          <p:nvPr/>
        </p:nvSpPr>
        <p:spPr>
          <a:xfrm>
            <a:off x="838200" y="378915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Data &amp; Dataset</a:t>
            </a:r>
          </a:p>
        </p:txBody>
      </p:sp>
    </p:spTree>
    <p:extLst>
      <p:ext uri="{BB962C8B-B14F-4D97-AF65-F5344CB8AC3E}">
        <p14:creationId xmlns:p14="http://schemas.microsoft.com/office/powerpoint/2010/main" val="2160624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2F355-550E-2722-666B-56A593DE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82D8F7D9-F131-A073-42D4-4896E60366C9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599356-F2AA-4AF7-10CD-BC6D3BFB7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20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247EC7A-A004-0E69-A3BA-B1F06A87B286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26FFB3-49A7-4CB8-FCAA-C7FAFC61F3CA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1338F4F-1F62-136A-F5A9-B15E4C1BDF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0237639"/>
              </p:ext>
            </p:extLst>
          </p:nvPr>
        </p:nvGraphicFramePr>
        <p:xfrm>
          <a:off x="914400" y="1485900"/>
          <a:ext cx="16459201" cy="6890655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647344364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3109791668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4106909574"/>
                    </a:ext>
                  </a:extLst>
                </a:gridCol>
                <a:gridCol w="6019801">
                  <a:extLst>
                    <a:ext uri="{9D8B030D-6E8A-4147-A177-3AD203B41FA5}">
                      <a16:colId xmlns:a16="http://schemas.microsoft.com/office/drawing/2014/main" val="223883699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SI No.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Name</a:t>
                      </a:r>
                      <a:endParaRPr lang="en-US" sz="240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Descriptions</a:t>
                      </a:r>
                      <a:endParaRPr lang="en-US" sz="240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Example</a:t>
                      </a:r>
                      <a:endParaRPr lang="en-US" sz="240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2304201"/>
                  </a:ext>
                </a:extLst>
              </a:tr>
              <a:tr h="624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Structured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Organized rows and columns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Excel, SQL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6002946"/>
                  </a:ext>
                </a:extLst>
              </a:tr>
              <a:tr h="108857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Unstructured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Messy, complex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Image, Text, Audio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3036032"/>
                  </a:ext>
                </a:extLst>
              </a:tr>
              <a:tr h="108857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Continuous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Infinite possibilities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Height, Price etc.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6885681"/>
                  </a:ext>
                </a:extLst>
              </a:tr>
              <a:tr h="108857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4.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Discrete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Number of chairs, Shoe size etc.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2209031"/>
                  </a:ext>
                </a:extLst>
              </a:tr>
              <a:tr h="108857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Nominal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Names without order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Red, Blue, Green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2995307"/>
                  </a:ext>
                </a:extLst>
              </a:tr>
              <a:tr h="108857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6.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Ordinal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Names with a rank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Low, Medium, 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638089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C75F177-A5EE-EB8A-0208-43DB5817959B}"/>
              </a:ext>
            </a:extLst>
          </p:cNvPr>
          <p:cNvSpPr txBox="1"/>
          <p:nvPr/>
        </p:nvSpPr>
        <p:spPr>
          <a:xfrm>
            <a:off x="838200" y="378915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Data &amp; Dataset</a:t>
            </a:r>
          </a:p>
        </p:txBody>
      </p:sp>
    </p:spTree>
    <p:extLst>
      <p:ext uri="{BB962C8B-B14F-4D97-AF65-F5344CB8AC3E}">
        <p14:creationId xmlns:p14="http://schemas.microsoft.com/office/powerpoint/2010/main" val="23581235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FEF62-7D1D-A128-0F2A-0135D2A55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560C8204-8BC3-58E6-E97F-0D7C2461431A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25C477-38DE-035D-AE1A-0FEF19B31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21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C053917A-7ACA-2CDF-ECC4-0675E845DCC1}"/>
              </a:ext>
            </a:extLst>
          </p:cNvPr>
          <p:cNvSpPr txBox="1"/>
          <p:nvPr/>
        </p:nvSpPr>
        <p:spPr>
          <a:xfrm>
            <a:off x="838200" y="378915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Data &amp; Dataset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DC6B5878-3D45-8A97-D61A-20F5DE1891AF}"/>
              </a:ext>
            </a:extLst>
          </p:cNvPr>
          <p:cNvSpPr txBox="1"/>
          <p:nvPr/>
        </p:nvSpPr>
        <p:spPr>
          <a:xfrm>
            <a:off x="820782" y="1257300"/>
            <a:ext cx="13123817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Dataset Fundamentals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3EACCE-939B-8CA5-043D-45B1522C466B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3767DF-604F-1B6D-DDCD-BE41F401FBD1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9">
            <a:extLst>
              <a:ext uri="{FF2B5EF4-FFF2-40B4-BE49-F238E27FC236}">
                <a16:creationId xmlns:a16="http://schemas.microsoft.com/office/drawing/2014/main" id="{66017105-443A-5B38-BD42-FAC923278BB3}"/>
              </a:ext>
            </a:extLst>
          </p:cNvPr>
          <p:cNvSpPr txBox="1"/>
          <p:nvPr/>
        </p:nvSpPr>
        <p:spPr>
          <a:xfrm>
            <a:off x="898301" y="3114429"/>
            <a:ext cx="13716000" cy="65782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What is Dataset?</a:t>
            </a:r>
          </a:p>
          <a:p>
            <a:pPr marL="914400" lvl="1" indent="-4572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 structured collection of data.</a:t>
            </a:r>
          </a:p>
          <a:p>
            <a:pPr marL="914400" lvl="1" indent="-4572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Observation (Row/Sample/Instance):</a:t>
            </a: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One specific example (e.g., one patient).</a:t>
            </a:r>
          </a:p>
          <a:p>
            <a:pPr marL="914400" lvl="1" indent="-4572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Feature (Column/Input/Attribute):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characteristics used to describe the observation (e.g., Age, Blood Pressure).</a:t>
            </a:r>
          </a:p>
          <a:p>
            <a:pPr marL="914400" lvl="1" indent="-4572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Target (Label/Output):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value we want to predict (e.g., Has Disease: Yes/No).</a:t>
            </a:r>
          </a:p>
          <a:p>
            <a:pPr marL="914400" lvl="1" indent="-4572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Eg.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 Iris Dataset, Heart Diseases Dataset etc.</a:t>
            </a:r>
          </a:p>
        </p:txBody>
      </p:sp>
    </p:spTree>
    <p:extLst>
      <p:ext uri="{BB962C8B-B14F-4D97-AF65-F5344CB8AC3E}">
        <p14:creationId xmlns:p14="http://schemas.microsoft.com/office/powerpoint/2010/main" val="41001641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85E6C-B457-DB84-CF07-2FA6826B8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6A90B535-7D0D-B9CC-1257-F15E247909DD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6CC7F0-3050-FB5E-5F38-10AB0E2C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22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2EE4F58C-A40E-EF97-FDE3-8B6DF5565A23}"/>
              </a:ext>
            </a:extLst>
          </p:cNvPr>
          <p:cNvSpPr txBox="1"/>
          <p:nvPr/>
        </p:nvSpPr>
        <p:spPr>
          <a:xfrm>
            <a:off x="838200" y="378915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Data &amp; Dataset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3B2BFAD8-B4B7-2DED-E3B2-FA6E6E07DFC0}"/>
              </a:ext>
            </a:extLst>
          </p:cNvPr>
          <p:cNvSpPr txBox="1"/>
          <p:nvPr/>
        </p:nvSpPr>
        <p:spPr>
          <a:xfrm>
            <a:off x="820783" y="1257300"/>
            <a:ext cx="115824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Dataset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64A1317-FA4F-758F-2342-41D882E37CF4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D48583A-C8E9-EC9C-C0E9-EEB93A10B25D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C81189A-43B1-7B96-6190-BF053CD3F7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855040"/>
              </p:ext>
            </p:extLst>
          </p:nvPr>
        </p:nvGraphicFramePr>
        <p:xfrm>
          <a:off x="2743200" y="3066391"/>
          <a:ext cx="12801600" cy="5654047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1478576617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165208738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3862612556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749759076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405828325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641109949"/>
                    </a:ext>
                  </a:extLst>
                </a:gridCol>
              </a:tblGrid>
              <a:tr h="807721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SepalLength</a:t>
                      </a:r>
                      <a:endParaRPr lang="en-US" sz="200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  <a:p>
                      <a:pPr algn="ctr"/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(Cm)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SepalWidth</a:t>
                      </a:r>
                      <a:endParaRPr lang="en-US" sz="200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  <a:p>
                      <a:pPr algn="ctr"/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(Cm)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PetalLength</a:t>
                      </a:r>
                      <a:endParaRPr lang="en-US" sz="200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  <a:p>
                      <a:pPr algn="ctr"/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(Cm)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PetalWidth</a:t>
                      </a:r>
                    </a:p>
                    <a:p>
                      <a:pPr algn="ctr"/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(Cm)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Species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7185602"/>
                  </a:ext>
                </a:extLst>
              </a:tr>
              <a:tr h="8077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5.1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3.5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1.4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Iris-</a:t>
                      </a: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setosa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0864111"/>
                  </a:ext>
                </a:extLst>
              </a:tr>
              <a:tr h="8077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4.9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1.4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Iris-</a:t>
                      </a: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setosa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329147"/>
                  </a:ext>
                </a:extLst>
              </a:tr>
              <a:tr h="8077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3.2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4.7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1.4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Iris-versicolor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54618360"/>
                  </a:ext>
                </a:extLst>
              </a:tr>
              <a:tr h="8077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6.4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3.2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4.5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1.5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Iris-versicolor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63646478"/>
                  </a:ext>
                </a:extLst>
              </a:tr>
              <a:tr h="8077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101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6.3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3.3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2.5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Iris-virginica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4102076"/>
                  </a:ext>
                </a:extLst>
              </a:tr>
              <a:tr h="8077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102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5.8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2.7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5.1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1.9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Iris-virginica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36737726"/>
                  </a:ext>
                </a:extLst>
              </a:tr>
            </a:tbl>
          </a:graphicData>
        </a:graphic>
      </p:graphicFrame>
      <p:sp>
        <p:nvSpPr>
          <p:cNvPr id="6" name="Left Brace 5">
            <a:extLst>
              <a:ext uri="{FF2B5EF4-FFF2-40B4-BE49-F238E27FC236}">
                <a16:creationId xmlns:a16="http://schemas.microsoft.com/office/drawing/2014/main" id="{680A553F-9AFF-FEEB-6BFB-59AAD3C02664}"/>
              </a:ext>
            </a:extLst>
          </p:cNvPr>
          <p:cNvSpPr/>
          <p:nvPr/>
        </p:nvSpPr>
        <p:spPr>
          <a:xfrm>
            <a:off x="1524000" y="4016714"/>
            <a:ext cx="723900" cy="44196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D1357C12-D33C-E408-1DD6-A16CAF80E1C1}"/>
              </a:ext>
            </a:extLst>
          </p:cNvPr>
          <p:cNvSpPr txBox="1"/>
          <p:nvPr/>
        </p:nvSpPr>
        <p:spPr>
          <a:xfrm>
            <a:off x="1028700" y="4359181"/>
            <a:ext cx="430887" cy="3734666"/>
          </a:xfrm>
          <a:prstGeom prst="rect">
            <a:avLst/>
          </a:prstGeom>
        </p:spPr>
        <p:txBody>
          <a:bodyPr vert="vert270"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Observation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6BBDCEA0-6A06-00C3-02B4-3797D685DB3F}"/>
              </a:ext>
            </a:extLst>
          </p:cNvPr>
          <p:cNvSpPr/>
          <p:nvPr/>
        </p:nvSpPr>
        <p:spPr>
          <a:xfrm rot="5400000">
            <a:off x="9140419" y="-1165200"/>
            <a:ext cx="411352" cy="7673013"/>
          </a:xfrm>
          <a:prstGeom prst="leftBrace">
            <a:avLst>
              <a:gd name="adj1" fmla="val 8333"/>
              <a:gd name="adj2" fmla="val 4912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AE1B60F3-F605-002B-929D-75B3F0B3AD77}"/>
              </a:ext>
            </a:extLst>
          </p:cNvPr>
          <p:cNvSpPr txBox="1"/>
          <p:nvPr/>
        </p:nvSpPr>
        <p:spPr>
          <a:xfrm>
            <a:off x="5638800" y="2020591"/>
            <a:ext cx="7673014" cy="43088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Feature</a:t>
            </a: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80BF3067-BD64-8C40-A8E5-7FF6DF708428}"/>
              </a:ext>
            </a:extLst>
          </p:cNvPr>
          <p:cNvSpPr/>
          <p:nvPr/>
        </p:nvSpPr>
        <p:spPr>
          <a:xfrm rot="5400000">
            <a:off x="14309716" y="1923228"/>
            <a:ext cx="411352" cy="1623387"/>
          </a:xfrm>
          <a:prstGeom prst="leftBrace">
            <a:avLst>
              <a:gd name="adj1" fmla="val 8333"/>
              <a:gd name="adj2" fmla="val 4912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52ED4AE5-D02B-69F6-BF3C-10D803628360}"/>
              </a:ext>
            </a:extLst>
          </p:cNvPr>
          <p:cNvSpPr txBox="1"/>
          <p:nvPr/>
        </p:nvSpPr>
        <p:spPr>
          <a:xfrm>
            <a:off x="13311814" y="1994556"/>
            <a:ext cx="2362200" cy="43088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Target</a:t>
            </a: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A557D4C2-0957-60E2-3552-524DD7EA466E}"/>
              </a:ext>
            </a:extLst>
          </p:cNvPr>
          <p:cNvSpPr txBox="1"/>
          <p:nvPr/>
        </p:nvSpPr>
        <p:spPr>
          <a:xfrm>
            <a:off x="7734300" y="8926325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Iris Dataset</a:t>
            </a:r>
          </a:p>
        </p:txBody>
      </p:sp>
    </p:spTree>
    <p:extLst>
      <p:ext uri="{BB962C8B-B14F-4D97-AF65-F5344CB8AC3E}">
        <p14:creationId xmlns:p14="http://schemas.microsoft.com/office/powerpoint/2010/main" val="31725666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1656-A773-6906-C09B-C8FE2311B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06A8A951-3746-0FC8-4E16-886767B89621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817648-8026-CED9-4A26-61FB60CA0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23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076F9154-D155-9599-1FB8-C86008AA3982}"/>
              </a:ext>
            </a:extLst>
          </p:cNvPr>
          <p:cNvSpPr txBox="1"/>
          <p:nvPr/>
        </p:nvSpPr>
        <p:spPr>
          <a:xfrm>
            <a:off x="838200" y="378915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Data &amp; Dataset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3E700FE6-832C-28E5-F57C-A51E3E6F027E}"/>
              </a:ext>
            </a:extLst>
          </p:cNvPr>
          <p:cNvSpPr txBox="1"/>
          <p:nvPr/>
        </p:nvSpPr>
        <p:spPr>
          <a:xfrm>
            <a:off x="820782" y="1257300"/>
            <a:ext cx="13428617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Dataset Management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BAD7B44-467B-A550-1B4D-D9ABD1D5649C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88041CD-EAB7-6EB4-0C50-8FF0F32E7C49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9">
            <a:extLst>
              <a:ext uri="{FF2B5EF4-FFF2-40B4-BE49-F238E27FC236}">
                <a16:creationId xmlns:a16="http://schemas.microsoft.com/office/drawing/2014/main" id="{1D6CC4FE-5507-0AB4-1704-950C0020705C}"/>
              </a:ext>
            </a:extLst>
          </p:cNvPr>
          <p:cNvSpPr txBox="1"/>
          <p:nvPr/>
        </p:nvSpPr>
        <p:spPr>
          <a:xfrm>
            <a:off x="914400" y="3086100"/>
            <a:ext cx="14554200" cy="36235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Training Data: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data the model "sees" and learns from. </a:t>
            </a:r>
            <a:r>
              <a:rPr lang="en-US" sz="32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1080000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(70%)</a:t>
            </a:r>
          </a:p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Validation Data: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data used to tune settings during the learning process</a:t>
            </a: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. </a:t>
            </a:r>
            <a:r>
              <a:rPr lang="en-US" sz="3200" b="1" dirty="0">
                <a:gradFill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1080000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(10%)</a:t>
            </a:r>
          </a:p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Test Data: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"Unseen" data used only for the final evaluation</a:t>
            </a: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. </a:t>
            </a:r>
            <a:r>
              <a:rPr lang="en-US" sz="3200" b="1" dirty="0">
                <a:gradFill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1080000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(20%)</a:t>
            </a:r>
          </a:p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endParaRPr lang="en-US" sz="3200" dirty="0">
              <a:solidFill>
                <a:schemeClr val="bg1"/>
              </a:soli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872162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375F4-275B-8094-7C13-77A61F212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7234DB2-FDE5-20CE-AC25-3F5592E9F9CF}"/>
              </a:ext>
            </a:extLst>
          </p:cNvPr>
          <p:cNvSpPr/>
          <p:nvPr/>
        </p:nvSpPr>
        <p:spPr>
          <a:xfrm>
            <a:off x="3048000" y="5143500"/>
            <a:ext cx="11734800" cy="368808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A973550-81D7-2A30-7991-6265D118C861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E7C420-8EA4-C49D-FA13-CC4CEB2E4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24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1229F844-A511-7622-988F-110392BB54F0}"/>
              </a:ext>
            </a:extLst>
          </p:cNvPr>
          <p:cNvSpPr txBox="1"/>
          <p:nvPr/>
        </p:nvSpPr>
        <p:spPr>
          <a:xfrm>
            <a:off x="838200" y="378915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Dictionary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83F53428-455B-6066-D95C-AE99C7802B12}"/>
              </a:ext>
            </a:extLst>
          </p:cNvPr>
          <p:cNvSpPr txBox="1"/>
          <p:nvPr/>
        </p:nvSpPr>
        <p:spPr>
          <a:xfrm>
            <a:off x="820782" y="1257300"/>
            <a:ext cx="13428617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ML Dictionary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55FC3CE-45E9-3076-A2B8-3B21A7CE1416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B31599D-9814-C5F4-230D-E57BF8126035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9">
            <a:extLst>
              <a:ext uri="{FF2B5EF4-FFF2-40B4-BE49-F238E27FC236}">
                <a16:creationId xmlns:a16="http://schemas.microsoft.com/office/drawing/2014/main" id="{980570FE-D3CD-EA11-F66C-C6FC19DDCD4C}"/>
              </a:ext>
            </a:extLst>
          </p:cNvPr>
          <p:cNvSpPr txBox="1"/>
          <p:nvPr/>
        </p:nvSpPr>
        <p:spPr>
          <a:xfrm>
            <a:off x="914400" y="3101288"/>
            <a:ext cx="14554200" cy="21462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Algorithm: 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mathematical logic.</a:t>
            </a:r>
          </a:p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Model: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result after training with specific dataset.</a:t>
            </a:r>
            <a:endParaRPr lang="en-US" sz="3200" dirty="0">
              <a:gradFill>
                <a:gsLst>
                  <a:gs pos="0">
                    <a:srgbClr val="2B98E9"/>
                  </a:gs>
                  <a:gs pos="100000">
                    <a:srgbClr val="00FFCC"/>
                  </a:gs>
                </a:gsLst>
                <a:lin ang="10800000" scaled="1"/>
              </a:gra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endParaRPr lang="en-US" sz="3200" dirty="0">
              <a:solidFill>
                <a:schemeClr val="bg1"/>
              </a:soli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DFDB19-AB6F-641E-4AC7-2CEA7343211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600" y="6087982"/>
            <a:ext cx="1753851" cy="18029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BAE7A11-C077-EA40-0D37-68DF292B78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0323" y="5844803"/>
            <a:ext cx="2210140" cy="22101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D573D1C-3D14-BFAB-BBFA-7CD97C616A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3189" y="5521725"/>
            <a:ext cx="2856297" cy="2856297"/>
          </a:xfrm>
          <a:prstGeom prst="rect">
            <a:avLst/>
          </a:prstGeom>
        </p:spPr>
      </p:pic>
      <p:sp>
        <p:nvSpPr>
          <p:cNvPr id="13" name="Cross 12">
            <a:extLst>
              <a:ext uri="{FF2B5EF4-FFF2-40B4-BE49-F238E27FC236}">
                <a16:creationId xmlns:a16="http://schemas.microsoft.com/office/drawing/2014/main" id="{D420DE34-CF8E-BA06-162C-4D57D04FDED9}"/>
              </a:ext>
            </a:extLst>
          </p:cNvPr>
          <p:cNvSpPr/>
          <p:nvPr/>
        </p:nvSpPr>
        <p:spPr>
          <a:xfrm>
            <a:off x="6172200" y="6737482"/>
            <a:ext cx="450406" cy="450406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E8EABFD-17CB-C2F2-E7BA-A321332A37FE}"/>
              </a:ext>
            </a:extLst>
          </p:cNvPr>
          <p:cNvCxnSpPr/>
          <p:nvPr/>
        </p:nvCxnSpPr>
        <p:spPr>
          <a:xfrm>
            <a:off x="9829800" y="6949873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" name="TextBox 9">
            <a:extLst>
              <a:ext uri="{FF2B5EF4-FFF2-40B4-BE49-F238E27FC236}">
                <a16:creationId xmlns:a16="http://schemas.microsoft.com/office/drawing/2014/main" id="{6D28D48B-2007-86EA-A807-09C511E5BFAE}"/>
              </a:ext>
            </a:extLst>
          </p:cNvPr>
          <p:cNvSpPr txBox="1"/>
          <p:nvPr/>
        </p:nvSpPr>
        <p:spPr>
          <a:xfrm>
            <a:off x="3833189" y="8054943"/>
            <a:ext cx="15240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Dataset</a:t>
            </a: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DC0D5BA9-B1FE-B81A-42E0-EEC5FF02054A}"/>
              </a:ext>
            </a:extLst>
          </p:cNvPr>
          <p:cNvSpPr txBox="1"/>
          <p:nvPr/>
        </p:nvSpPr>
        <p:spPr>
          <a:xfrm>
            <a:off x="7668131" y="8054943"/>
            <a:ext cx="1845518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Algorithm</a:t>
            </a:r>
          </a:p>
        </p:txBody>
      </p:sp>
      <p:sp>
        <p:nvSpPr>
          <p:cNvPr id="23" name="TextBox 9">
            <a:extLst>
              <a:ext uri="{FF2B5EF4-FFF2-40B4-BE49-F238E27FC236}">
                <a16:creationId xmlns:a16="http://schemas.microsoft.com/office/drawing/2014/main" id="{D524387C-4BB3-5BA7-1111-1FF951DA20A9}"/>
              </a:ext>
            </a:extLst>
          </p:cNvPr>
          <p:cNvSpPr txBox="1"/>
          <p:nvPr/>
        </p:nvSpPr>
        <p:spPr>
          <a:xfrm>
            <a:off x="12251180" y="8013112"/>
            <a:ext cx="1845518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Model</a:t>
            </a:r>
          </a:p>
        </p:txBody>
      </p:sp>
    </p:spTree>
    <p:extLst>
      <p:ext uri="{BB962C8B-B14F-4D97-AF65-F5344CB8AC3E}">
        <p14:creationId xmlns:p14="http://schemas.microsoft.com/office/powerpoint/2010/main" val="4292113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79811-D0A4-EE3E-FCC4-58BA49237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AB531F53-2D3B-C796-0337-EA49D8E28490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86831E-69A1-BE37-2BB0-3EEB3D34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25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C39B9443-EE35-E1F1-63A0-5154B39E5DE3}"/>
              </a:ext>
            </a:extLst>
          </p:cNvPr>
          <p:cNvSpPr txBox="1"/>
          <p:nvPr/>
        </p:nvSpPr>
        <p:spPr>
          <a:xfrm>
            <a:off x="914400" y="378915"/>
            <a:ext cx="28425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ML Terminology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6F28A74E-0AD2-B505-2EBF-721C4D54A856}"/>
              </a:ext>
            </a:extLst>
          </p:cNvPr>
          <p:cNvSpPr txBox="1"/>
          <p:nvPr/>
        </p:nvSpPr>
        <p:spPr>
          <a:xfrm>
            <a:off x="914400" y="1328771"/>
            <a:ext cx="112014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Learning Paradigms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DEF7983-3BE4-E6C6-CAF1-4FDDF9C15384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DB4F18-BBE9-7503-0CFE-B9CACC25EEDB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9">
            <a:extLst>
              <a:ext uri="{FF2B5EF4-FFF2-40B4-BE49-F238E27FC236}">
                <a16:creationId xmlns:a16="http://schemas.microsoft.com/office/drawing/2014/main" id="{2E830A75-7450-7FC2-A44A-1A7B5FDAD942}"/>
              </a:ext>
            </a:extLst>
          </p:cNvPr>
          <p:cNvSpPr txBox="1"/>
          <p:nvPr/>
        </p:nvSpPr>
        <p:spPr>
          <a:xfrm>
            <a:off x="914400" y="3055986"/>
            <a:ext cx="9144000" cy="43622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How do Machines actually </a:t>
            </a: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"Learn"?</a:t>
            </a:r>
          </a:p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Just like humans learn via classroom instruction, exploring a playground, or trial and error machines do the same.</a:t>
            </a:r>
          </a:p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 flip="none" rotWithShape="1"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Goal: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To find a mathematical function that maps input to a useful insight.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4495FA-603B-0417-F12D-EC13FAC316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5200" y="2476500"/>
            <a:ext cx="4401520" cy="5673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3633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D6F29-683E-5DC1-8624-D0AE2F9BA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3213B3FC-BED2-46CC-E9AB-534A087EC733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0AFDDF-C267-12E8-A625-5F129A3CA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5143E7F6-6E93-989F-1DA3-D4725D871773}"/>
              </a:ext>
            </a:extLst>
          </p:cNvPr>
          <p:cNvSpPr txBox="1"/>
          <p:nvPr/>
        </p:nvSpPr>
        <p:spPr>
          <a:xfrm>
            <a:off x="914400" y="378915"/>
            <a:ext cx="28425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ML Terminology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812470DB-1813-7122-32A3-006655F34091}"/>
              </a:ext>
            </a:extLst>
          </p:cNvPr>
          <p:cNvSpPr txBox="1"/>
          <p:nvPr/>
        </p:nvSpPr>
        <p:spPr>
          <a:xfrm>
            <a:off x="914400" y="1291469"/>
            <a:ext cx="112014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Learning Paradigms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609861F-40C9-76E5-6B0D-400C102066AC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12894-B2EB-6271-9AD2-D49F14BB9E41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565DF2D-8F0D-9C35-59F6-2A39C53CE4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0859553"/>
              </p:ext>
            </p:extLst>
          </p:nvPr>
        </p:nvGraphicFramePr>
        <p:xfrm>
          <a:off x="2212913" y="2091689"/>
          <a:ext cx="13862173" cy="6103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509413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D3E9E-1D35-49D3-94FC-062EFE30B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E7425B87-4E90-FFDA-8101-0D59F8D5DD2E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C157E2-8AF8-D56C-8A8A-C3DA7FE35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27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41FBA9A1-DAE5-2246-B24C-DABBB0690BA6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Learning Paradigms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B36D4601-7991-8720-BBC4-3874A9E3EAA1}"/>
              </a:ext>
            </a:extLst>
          </p:cNvPr>
          <p:cNvSpPr txBox="1"/>
          <p:nvPr/>
        </p:nvSpPr>
        <p:spPr>
          <a:xfrm>
            <a:off x="914400" y="1269910"/>
            <a:ext cx="112776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Supervised Learning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A76B6C2-7783-846E-FE2C-5D097463EDD1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61220A3-2002-3D3B-14B4-A783098E2214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044B52B7-34E6-4740-9D5C-2FA34083282C}"/>
              </a:ext>
            </a:extLst>
          </p:cNvPr>
          <p:cNvSpPr txBox="1"/>
          <p:nvPr/>
        </p:nvSpPr>
        <p:spPr>
          <a:xfrm>
            <a:off x="914400" y="3083251"/>
            <a:ext cx="8229600" cy="51008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Core Idea: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Learning with a Teacher.</a:t>
            </a:r>
          </a:p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teacher has the Questions and the Answers right next to each other.</a:t>
            </a:r>
          </a:p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machine's job is to study the examples until it can answer new questions on its own.</a:t>
            </a:r>
          </a:p>
        </p:txBody>
      </p:sp>
      <p:pic>
        <p:nvPicPr>
          <p:cNvPr id="2052" name="Picture 4" descr="Supervised vs Unsupervised Learning: ML Fundamentals">
            <a:extLst>
              <a:ext uri="{FF2B5EF4-FFF2-40B4-BE49-F238E27FC236}">
                <a16:creationId xmlns:a16="http://schemas.microsoft.com/office/drawing/2014/main" id="{C9F4A4D8-6CC7-C206-C532-2C12B2E5E8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98"/>
          <a:stretch>
            <a:fillRect/>
          </a:stretch>
        </p:blipFill>
        <p:spPr bwMode="auto">
          <a:xfrm>
            <a:off x="10058399" y="3695701"/>
            <a:ext cx="7315201" cy="426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81618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98A99-0700-9D2A-52F8-53AC5384B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20EC5073-7459-C368-2922-5EBA9D251B82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97D9E6-4B91-D3EA-3183-000426C6E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28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E30329F1-71E6-60DD-BE4D-DD5A3569A048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Learning Paradigms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BBDE8445-B8DC-55EF-7530-6D6CFE2C0973}"/>
              </a:ext>
            </a:extLst>
          </p:cNvPr>
          <p:cNvSpPr txBox="1"/>
          <p:nvPr/>
        </p:nvSpPr>
        <p:spPr>
          <a:xfrm>
            <a:off x="838200" y="1257300"/>
            <a:ext cx="128778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Unsupervised Learning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3BA3E7-39AC-8FB2-E8D0-D4F18EF52C14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587EFED-1E44-10DE-FBF3-B15ED213693F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782F0647-8C4E-7F76-D41F-EDB4B1F229E8}"/>
              </a:ext>
            </a:extLst>
          </p:cNvPr>
          <p:cNvSpPr txBox="1"/>
          <p:nvPr/>
        </p:nvSpPr>
        <p:spPr>
          <a:xfrm>
            <a:off x="914400" y="3068898"/>
            <a:ext cx="8229600" cy="43622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Core Idea: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 student exploring a New Playground without a teacher.</a:t>
            </a:r>
          </a:p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machine’s job is to look at the data and find </a:t>
            </a: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"hidden groups"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or </a:t>
            </a: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"patterns"</a:t>
            </a:r>
            <a:r>
              <a:rPr lang="en-US" sz="3200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on its own because nobody told it what to look for.</a:t>
            </a:r>
          </a:p>
        </p:txBody>
      </p:sp>
      <p:pic>
        <p:nvPicPr>
          <p:cNvPr id="3074" name="Picture 2" descr="Unsupervised Learning">
            <a:extLst>
              <a:ext uri="{FF2B5EF4-FFF2-40B4-BE49-F238E27FC236}">
                <a16:creationId xmlns:a16="http://schemas.microsoft.com/office/drawing/2014/main" id="{06BC37F3-0917-1D5C-3B1D-5CF4855471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307"/>
          <a:stretch>
            <a:fillRect/>
          </a:stretch>
        </p:blipFill>
        <p:spPr bwMode="auto">
          <a:xfrm>
            <a:off x="10058400" y="3671553"/>
            <a:ext cx="7315200" cy="421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42043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B071B-601A-98D2-F8BE-F5D25FAD3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21754635-5880-8E58-6E0D-53CEEBC41036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C521693-BBB1-7314-41BB-B8B36B88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29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251EDE59-74F7-83EC-8AB7-A1224D2C59B5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Learning Paradigms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5DA9FC3C-5F8C-04DB-3333-1CA0C8E86976}"/>
              </a:ext>
            </a:extLst>
          </p:cNvPr>
          <p:cNvSpPr txBox="1"/>
          <p:nvPr/>
        </p:nvSpPr>
        <p:spPr>
          <a:xfrm>
            <a:off x="838200" y="1257300"/>
            <a:ext cx="148590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Semi-Supervised Learning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10AB30-EA89-A8DB-4D7E-E98A876FD126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C63D50-1F96-D242-C391-DD17D53833E2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5746B0BA-2947-CA4A-45F6-40E4FBAB9FC4}"/>
              </a:ext>
            </a:extLst>
          </p:cNvPr>
          <p:cNvSpPr txBox="1"/>
          <p:nvPr/>
        </p:nvSpPr>
        <p:spPr>
          <a:xfrm>
            <a:off x="914400" y="3128595"/>
            <a:ext cx="8229600" cy="51008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Core Idea: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 student who has a few solved examples but a huge pile of unsolved homework.</a:t>
            </a:r>
          </a:p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machine uses the </a:t>
            </a: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few "answered"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questions to </a:t>
            </a: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understand the logic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 and then applies that logic to organize the rest of the data.</a:t>
            </a:r>
          </a:p>
        </p:txBody>
      </p:sp>
    </p:spTree>
    <p:extLst>
      <p:ext uri="{BB962C8B-B14F-4D97-AF65-F5344CB8AC3E}">
        <p14:creationId xmlns:p14="http://schemas.microsoft.com/office/powerpoint/2010/main" val="36153143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A7EFF-3443-5BF8-28E7-6FC65900B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63">
            <a:extLst>
              <a:ext uri="{FF2B5EF4-FFF2-40B4-BE49-F238E27FC236}">
                <a16:creationId xmlns:a16="http://schemas.microsoft.com/office/drawing/2014/main" id="{18956BFF-BFE1-2601-B4E9-65A7E3CB3B35}"/>
              </a:ext>
            </a:extLst>
          </p:cNvPr>
          <p:cNvSpPr/>
          <p:nvPr/>
        </p:nvSpPr>
        <p:spPr>
          <a:xfrm>
            <a:off x="10820400" y="2857500"/>
            <a:ext cx="5867400" cy="60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C01B5C2-78FD-0B94-CEFC-ABDC8F153586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583971-0170-D71D-6E6C-80D67374F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30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C3019FC-F10E-EC99-6116-09A5B1AD324F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Learning Paradigms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DCD1AEC6-2EED-4019-EE38-3F8930F28F13}"/>
              </a:ext>
            </a:extLst>
          </p:cNvPr>
          <p:cNvSpPr txBox="1"/>
          <p:nvPr/>
        </p:nvSpPr>
        <p:spPr>
          <a:xfrm>
            <a:off x="838200" y="1257300"/>
            <a:ext cx="140208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Reinforcement Learning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E0E0E4-CCD7-237E-89DF-385947FD312D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15EE0A6-B596-DB72-49CC-279FF7097C38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8F9C12CC-3BB6-75C2-3F65-09DAA4192D2E}"/>
              </a:ext>
            </a:extLst>
          </p:cNvPr>
          <p:cNvSpPr txBox="1"/>
          <p:nvPr/>
        </p:nvSpPr>
        <p:spPr>
          <a:xfrm>
            <a:off x="914400" y="3276819"/>
            <a:ext cx="8229600" cy="43622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Core Idea: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No Teacher and No Study Guide.</a:t>
            </a:r>
          </a:p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machine learns by interacting with its world and </a:t>
            </a: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receiving Rewards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for good moves and </a:t>
            </a: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Penalties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 for bad ones.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8BF15E-0B2A-9FA4-30C5-A30586A5E1B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20140" y="3085066"/>
            <a:ext cx="1067871" cy="1067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97188DE-5EF6-930C-3A9E-7BB4181050F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160494" y="6693292"/>
            <a:ext cx="1193408" cy="1193408"/>
          </a:xfrm>
          <a:prstGeom prst="rect">
            <a:avLst/>
          </a:prstGeom>
        </p:spPr>
      </p:pic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67830A3F-5847-0D64-FD84-05270AFB8116}"/>
              </a:ext>
            </a:extLst>
          </p:cNvPr>
          <p:cNvCxnSpPr>
            <a:cxnSpLocks/>
            <a:stCxn id="8" idx="2"/>
            <a:endCxn id="5" idx="1"/>
          </p:cNvCxnSpPr>
          <p:nvPr/>
        </p:nvCxnSpPr>
        <p:spPr>
          <a:xfrm rot="5400000" flipH="1">
            <a:off x="11454820" y="5584322"/>
            <a:ext cx="4267698" cy="337058"/>
          </a:xfrm>
          <a:prstGeom prst="bentConnector4">
            <a:avLst>
              <a:gd name="adj1" fmla="val -5357"/>
              <a:gd name="adj2" fmla="val 764179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220FE2B-AB47-E69E-4978-2223BDF312E9}"/>
              </a:ext>
            </a:extLst>
          </p:cNvPr>
          <p:cNvCxnSpPr>
            <a:cxnSpLocks/>
            <a:stCxn id="8" idx="3"/>
          </p:cNvCxnSpPr>
          <p:nvPr/>
        </p:nvCxnSpPr>
        <p:spPr>
          <a:xfrm rot="10800000" flipH="1">
            <a:off x="13160493" y="4936418"/>
            <a:ext cx="793583" cy="2353579"/>
          </a:xfrm>
          <a:prstGeom prst="bentConnector4">
            <a:avLst>
              <a:gd name="adj1" fmla="val -162137"/>
              <a:gd name="adj2" fmla="val 62677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84D4304-B51F-0DC2-4FE7-8135F8F612FA}"/>
              </a:ext>
            </a:extLst>
          </p:cNvPr>
          <p:cNvCxnSpPr>
            <a:cxnSpLocks/>
            <a:endCxn id="8" idx="1"/>
          </p:cNvCxnSpPr>
          <p:nvPr/>
        </p:nvCxnSpPr>
        <p:spPr>
          <a:xfrm rot="16200000" flipH="1">
            <a:off x="13091767" y="6027861"/>
            <a:ext cx="2353582" cy="170688"/>
          </a:xfrm>
          <a:prstGeom prst="bentConnector4">
            <a:avLst>
              <a:gd name="adj1" fmla="val 37323"/>
              <a:gd name="adj2" fmla="val 1037501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9" name="TextBox 9">
            <a:extLst>
              <a:ext uri="{FF2B5EF4-FFF2-40B4-BE49-F238E27FC236}">
                <a16:creationId xmlns:a16="http://schemas.microsoft.com/office/drawing/2014/main" id="{12BF36A4-B26F-0221-97CD-D63259278747}"/>
              </a:ext>
            </a:extLst>
          </p:cNvPr>
          <p:cNvSpPr txBox="1"/>
          <p:nvPr/>
        </p:nvSpPr>
        <p:spPr>
          <a:xfrm>
            <a:off x="13495468" y="4272263"/>
            <a:ext cx="1193407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Agent</a:t>
            </a:r>
          </a:p>
        </p:txBody>
      </p:sp>
      <p:sp>
        <p:nvSpPr>
          <p:cNvPr id="50" name="TextBox 9">
            <a:extLst>
              <a:ext uri="{FF2B5EF4-FFF2-40B4-BE49-F238E27FC236}">
                <a16:creationId xmlns:a16="http://schemas.microsoft.com/office/drawing/2014/main" id="{331FA7B6-C4BB-D7AC-7FF0-882D47967B36}"/>
              </a:ext>
            </a:extLst>
          </p:cNvPr>
          <p:cNvSpPr txBox="1"/>
          <p:nvPr/>
        </p:nvSpPr>
        <p:spPr>
          <a:xfrm>
            <a:off x="12563434" y="8187409"/>
            <a:ext cx="2555868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Environment</a:t>
            </a:r>
          </a:p>
        </p:txBody>
      </p:sp>
      <p:sp>
        <p:nvSpPr>
          <p:cNvPr id="62" name="TextBox 9">
            <a:extLst>
              <a:ext uri="{FF2B5EF4-FFF2-40B4-BE49-F238E27FC236}">
                <a16:creationId xmlns:a16="http://schemas.microsoft.com/office/drawing/2014/main" id="{AAB92BA9-A8FB-203A-15DB-6C52749E2C0D}"/>
              </a:ext>
            </a:extLst>
          </p:cNvPr>
          <p:cNvSpPr txBox="1"/>
          <p:nvPr/>
        </p:nvSpPr>
        <p:spPr>
          <a:xfrm>
            <a:off x="15316200" y="6289619"/>
            <a:ext cx="2555868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Action</a:t>
            </a:r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399D1AD6-439A-06D0-2FFD-2A62F5375A33}"/>
              </a:ext>
            </a:extLst>
          </p:cNvPr>
          <p:cNvSpPr txBox="1"/>
          <p:nvPr/>
        </p:nvSpPr>
        <p:spPr>
          <a:xfrm>
            <a:off x="11398207" y="6289394"/>
            <a:ext cx="2555868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Reward</a:t>
            </a:r>
          </a:p>
        </p:txBody>
      </p:sp>
    </p:spTree>
    <p:extLst>
      <p:ext uri="{BB962C8B-B14F-4D97-AF65-F5344CB8AC3E}">
        <p14:creationId xmlns:p14="http://schemas.microsoft.com/office/powerpoint/2010/main" val="1786957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945EC-4CC9-4E38-8997-123DC6A9A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7647AA7D-7881-0BA5-0537-5B92A5603920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06DB58-1C61-4F8A-E4DC-45403C7F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31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E77469DB-5660-F9B1-8C00-317B35368D4A}"/>
              </a:ext>
            </a:extLst>
          </p:cNvPr>
          <p:cNvSpPr txBox="1"/>
          <p:nvPr/>
        </p:nvSpPr>
        <p:spPr>
          <a:xfrm>
            <a:off x="838200" y="1257300"/>
            <a:ext cx="112014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Learning Paradigms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47F775E-8F5D-119F-AE73-36960678CEF7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8183A59-0C3A-BB90-4E63-4037505F8FB8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EE48C51D-90B4-ADCC-9E6C-8D3F53BA2E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09990773"/>
              </p:ext>
            </p:extLst>
          </p:nvPr>
        </p:nvGraphicFramePr>
        <p:xfrm>
          <a:off x="1951423" y="2918459"/>
          <a:ext cx="13862173" cy="6103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9">
            <a:extLst>
              <a:ext uri="{FF2B5EF4-FFF2-40B4-BE49-F238E27FC236}">
                <a16:creationId xmlns:a16="http://schemas.microsoft.com/office/drawing/2014/main" id="{294A450B-D844-FAFD-8477-4A13FC6B01E1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Learning Paradigms</a:t>
            </a:r>
          </a:p>
        </p:txBody>
      </p:sp>
    </p:spTree>
    <p:extLst>
      <p:ext uri="{BB962C8B-B14F-4D97-AF65-F5344CB8AC3E}">
        <p14:creationId xmlns:p14="http://schemas.microsoft.com/office/powerpoint/2010/main" val="1369345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2BA12-C776-DBB0-8453-4DB1FD2A5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4E8E7403-B5D4-2FB6-A4E6-050E24458111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73B1FB8-D462-A864-2FD7-DFBAB7E88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32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9EC1DB1D-9AB7-5ECC-6A95-53E001F038DE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Learning Paradigms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3547FAFC-97F1-BC54-0FC5-4138A9B54A30}"/>
              </a:ext>
            </a:extLst>
          </p:cNvPr>
          <p:cNvSpPr txBox="1"/>
          <p:nvPr/>
        </p:nvSpPr>
        <p:spPr>
          <a:xfrm>
            <a:off x="838200" y="1257300"/>
            <a:ext cx="140208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Classification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9F215C2-7278-0FA0-4F4B-43628E10030D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C625F60-7FC4-537D-C8B1-1C4411D090FA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FF50D954-03A0-2211-7940-FF746AFC8F8B}"/>
              </a:ext>
            </a:extLst>
          </p:cNvPr>
          <p:cNvSpPr txBox="1"/>
          <p:nvPr/>
        </p:nvSpPr>
        <p:spPr>
          <a:xfrm>
            <a:off x="914400" y="2952991"/>
            <a:ext cx="8229600" cy="65782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What is it?</a:t>
            </a:r>
          </a:p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You have a box of mixed shapes. You pick one up and have to name it.</a:t>
            </a:r>
          </a:p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How the Machine Handles it: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It looks at the number of sides.</a:t>
            </a: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If sides = 4, it says "Square”. </a:t>
            </a: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If sides = 3, it says "Triangle“.</a:t>
            </a:r>
          </a:p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Goal: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To put the object into the correct Bucket.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6CFA94-4AA1-49B3-0AD0-0DFFAAA96A14}"/>
              </a:ext>
            </a:extLst>
          </p:cNvPr>
          <p:cNvSpPr/>
          <p:nvPr/>
        </p:nvSpPr>
        <p:spPr>
          <a:xfrm>
            <a:off x="10058400" y="3251598"/>
            <a:ext cx="7315200" cy="5128042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6A29700-9445-7775-55D3-4F39B24E4578}"/>
              </a:ext>
            </a:extLst>
          </p:cNvPr>
          <p:cNvCxnSpPr/>
          <p:nvPr/>
        </p:nvCxnSpPr>
        <p:spPr>
          <a:xfrm flipV="1">
            <a:off x="10972800" y="3695700"/>
            <a:ext cx="0" cy="4191000"/>
          </a:xfrm>
          <a:prstGeom prst="straightConnector1">
            <a:avLst/>
          </a:prstGeom>
          <a:ln>
            <a:solidFill>
              <a:srgbClr val="41A0CB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60B0AB1-3F5F-5146-2706-2EC82570B084}"/>
              </a:ext>
            </a:extLst>
          </p:cNvPr>
          <p:cNvCxnSpPr>
            <a:cxnSpLocks/>
          </p:cNvCxnSpPr>
          <p:nvPr/>
        </p:nvCxnSpPr>
        <p:spPr>
          <a:xfrm>
            <a:off x="10972800" y="7886700"/>
            <a:ext cx="6019800" cy="0"/>
          </a:xfrm>
          <a:prstGeom prst="straightConnector1">
            <a:avLst/>
          </a:prstGeom>
          <a:ln>
            <a:solidFill>
              <a:srgbClr val="41A0CB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D983FD0-5F6A-FF9A-7081-C4747D5F6E2B}"/>
              </a:ext>
            </a:extLst>
          </p:cNvPr>
          <p:cNvSpPr/>
          <p:nvPr/>
        </p:nvSpPr>
        <p:spPr>
          <a:xfrm>
            <a:off x="11391900" y="5214327"/>
            <a:ext cx="838200" cy="838198"/>
          </a:xfrm>
          <a:prstGeom prst="triangle">
            <a:avLst/>
          </a:prstGeom>
          <a:solidFill>
            <a:srgbClr val="00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6A6DA650-E116-7A5D-82AF-E312802AA979}"/>
              </a:ext>
            </a:extLst>
          </p:cNvPr>
          <p:cNvSpPr/>
          <p:nvPr/>
        </p:nvSpPr>
        <p:spPr>
          <a:xfrm>
            <a:off x="12324262" y="5524500"/>
            <a:ext cx="838200" cy="838198"/>
          </a:xfrm>
          <a:prstGeom prst="triangle">
            <a:avLst/>
          </a:prstGeom>
          <a:solidFill>
            <a:srgbClr val="66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C556823F-BCCD-4207-317A-AFB1079F0EA1}"/>
              </a:ext>
            </a:extLst>
          </p:cNvPr>
          <p:cNvSpPr/>
          <p:nvPr/>
        </p:nvSpPr>
        <p:spPr>
          <a:xfrm>
            <a:off x="11398976" y="6242097"/>
            <a:ext cx="838200" cy="838198"/>
          </a:xfrm>
          <a:prstGeom prst="triangle">
            <a:avLst/>
          </a:prstGeom>
          <a:solidFill>
            <a:srgbClr val="00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A032D7DB-7F05-D6A6-F2DA-7C3996F4C9DC}"/>
              </a:ext>
            </a:extLst>
          </p:cNvPr>
          <p:cNvSpPr/>
          <p:nvPr/>
        </p:nvSpPr>
        <p:spPr>
          <a:xfrm>
            <a:off x="12335148" y="6565924"/>
            <a:ext cx="838200" cy="838198"/>
          </a:xfrm>
          <a:prstGeom prst="triangle">
            <a:avLst/>
          </a:prstGeom>
          <a:solidFill>
            <a:srgbClr val="66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0406723-F183-D927-EDD6-DA6E6CB92492}"/>
              </a:ext>
            </a:extLst>
          </p:cNvPr>
          <p:cNvSpPr/>
          <p:nvPr/>
        </p:nvSpPr>
        <p:spPr>
          <a:xfrm>
            <a:off x="14173200" y="5295900"/>
            <a:ext cx="756622" cy="756622"/>
          </a:xfrm>
          <a:prstGeom prst="ellipse">
            <a:avLst/>
          </a:prstGeom>
          <a:solidFill>
            <a:srgbClr val="2B98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B230EC2-536D-77E5-1C40-A7D8F08A40A7}"/>
              </a:ext>
            </a:extLst>
          </p:cNvPr>
          <p:cNvSpPr/>
          <p:nvPr/>
        </p:nvSpPr>
        <p:spPr>
          <a:xfrm>
            <a:off x="15050589" y="5642642"/>
            <a:ext cx="756622" cy="756622"/>
          </a:xfrm>
          <a:prstGeom prst="ellipse">
            <a:avLst/>
          </a:prstGeom>
          <a:solidFill>
            <a:srgbClr val="2C9A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9439182-E2E5-9C4D-B674-C77639832CAE}"/>
              </a:ext>
            </a:extLst>
          </p:cNvPr>
          <p:cNvSpPr/>
          <p:nvPr/>
        </p:nvSpPr>
        <p:spPr>
          <a:xfrm>
            <a:off x="14203681" y="6242097"/>
            <a:ext cx="756622" cy="756622"/>
          </a:xfrm>
          <a:prstGeom prst="ellipse">
            <a:avLst/>
          </a:prstGeom>
          <a:solidFill>
            <a:srgbClr val="2C9A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6E4FB22-3962-CC3E-76E2-0798EB8900ED}"/>
              </a:ext>
            </a:extLst>
          </p:cNvPr>
          <p:cNvSpPr/>
          <p:nvPr/>
        </p:nvSpPr>
        <p:spPr>
          <a:xfrm>
            <a:off x="15095799" y="6632446"/>
            <a:ext cx="756622" cy="756622"/>
          </a:xfrm>
          <a:prstGeom prst="ellipse">
            <a:avLst/>
          </a:prstGeom>
          <a:solidFill>
            <a:srgbClr val="2C9A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618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E5F52-F65D-87AE-8398-E249FE465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2620A5BA-C61E-8CC6-E195-2A75B6664E1D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7725C5-0CB1-738C-8541-BD1E40CCE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33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90C60F91-DA29-A463-9219-192FAC322777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Learning Paradigms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707DBD4C-C4AA-E718-87CF-94E36D35BF9F}"/>
              </a:ext>
            </a:extLst>
          </p:cNvPr>
          <p:cNvSpPr txBox="1"/>
          <p:nvPr/>
        </p:nvSpPr>
        <p:spPr>
          <a:xfrm>
            <a:off x="838200" y="1257300"/>
            <a:ext cx="140208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Regression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0E6152-45FD-0440-5947-3B030DCA4B29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80FB02-04D1-EC82-0D7A-47E46B0FD0F0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9">
                <a:extLst>
                  <a:ext uri="{FF2B5EF4-FFF2-40B4-BE49-F238E27FC236}">
                    <a16:creationId xmlns:a16="http://schemas.microsoft.com/office/drawing/2014/main" id="{96547EC6-3AD8-8475-E8DF-7F8AAC0A9C9F}"/>
                  </a:ext>
                </a:extLst>
              </p:cNvPr>
              <p:cNvSpPr txBox="1"/>
              <p:nvPr/>
            </p:nvSpPr>
            <p:spPr>
              <a:xfrm>
                <a:off x="914400" y="2952991"/>
                <a:ext cx="8229600" cy="657821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457200" indent="-457200" algn="just">
                  <a:lnSpc>
                    <a:spcPct val="150000"/>
                  </a:lnSpc>
                  <a:spcBef>
                    <a:spcPct val="0"/>
                  </a:spcBef>
                  <a:buFont typeface="Wingdings" panose="05000000000000000000" pitchFamily="2" charset="2"/>
                  <a:buChar char="§"/>
                </a:pPr>
                <a:r>
                  <a:rPr lang="en-US" sz="3200" b="1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The Guesser.</a:t>
                </a:r>
              </a:p>
              <a:p>
                <a:pPr marL="457200" indent="-457200" algn="just">
                  <a:lnSpc>
                    <a:spcPct val="150000"/>
                  </a:lnSpc>
                  <a:spcBef>
                    <a:spcPct val="0"/>
                  </a:spcBef>
                  <a:buFont typeface="Wingdings" panose="05000000000000000000" pitchFamily="2" charset="2"/>
                  <a:buChar char="§"/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Instead of naming, you need to guess its exact Area or Weight.</a:t>
                </a:r>
              </a:p>
              <a:p>
                <a:pPr marL="457200" indent="-457200" algn="just">
                  <a:lnSpc>
                    <a:spcPct val="150000"/>
                  </a:lnSpc>
                  <a:spcBef>
                    <a:spcPct val="0"/>
                  </a:spcBef>
                  <a:buFont typeface="Wingdings" panose="05000000000000000000" pitchFamily="2" charset="2"/>
                  <a:buChar char="§"/>
                </a:pPr>
                <a:r>
                  <a:rPr lang="en-US" sz="3200" b="1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How the Machine Handles it: </a:t>
                </a: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It looks at the length and height.</a:t>
                </a:r>
              </a:p>
              <a:p>
                <a:pPr marL="914400" lvl="1" indent="-457200" algn="just">
                  <a:lnSpc>
                    <a:spcPct val="150000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It calculates a specific number, like "12.5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𝑐</m:t>
                    </m:r>
                    <m:sSup>
                      <m:sSupPr>
                        <m:ctrlP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𝑚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."</a:t>
                </a:r>
              </a:p>
              <a:p>
                <a:pPr marL="457200" indent="-457200" algn="just">
                  <a:lnSpc>
                    <a:spcPct val="150000"/>
                  </a:lnSpc>
                  <a:spcBef>
                    <a:spcPct val="0"/>
                  </a:spcBef>
                  <a:buFont typeface="Wingdings" panose="05000000000000000000" pitchFamily="2" charset="2"/>
                  <a:buChar char="§"/>
                </a:pPr>
                <a:r>
                  <a:rPr lang="en-US" sz="3200" b="1" dirty="0">
                    <a:gradFill>
                      <a:gsLst>
                        <a:gs pos="0">
                          <a:srgbClr val="2C9AE9"/>
                        </a:gs>
                        <a:gs pos="100000">
                          <a:srgbClr val="66FFCC"/>
                        </a:gs>
                      </a:gsLst>
                      <a:lin ang="0" scaled="1"/>
                    </a:gra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The Goal: </a:t>
                </a: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To find the exact Value on a scale.</a:t>
                </a:r>
              </a:p>
            </p:txBody>
          </p:sp>
        </mc:Choice>
        <mc:Fallback xmlns="">
          <p:sp>
            <p:nvSpPr>
              <p:cNvPr id="4" name="TextBox 9">
                <a:extLst>
                  <a:ext uri="{FF2B5EF4-FFF2-40B4-BE49-F238E27FC236}">
                    <a16:creationId xmlns:a16="http://schemas.microsoft.com/office/drawing/2014/main" id="{96547EC6-3AD8-8475-E8DF-7F8AAC0A9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952991"/>
                <a:ext cx="8229600" cy="6578211"/>
              </a:xfrm>
              <a:prstGeom prst="rect">
                <a:avLst/>
              </a:prstGeom>
              <a:blipFill>
                <a:blip r:embed="rId2"/>
                <a:stretch>
                  <a:fillRect l="-2741" r="-2963" b="-2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3B4267D6-3F42-4357-645A-C37344CAB878}"/>
              </a:ext>
            </a:extLst>
          </p:cNvPr>
          <p:cNvSpPr/>
          <p:nvPr/>
        </p:nvSpPr>
        <p:spPr>
          <a:xfrm>
            <a:off x="10058400" y="3251598"/>
            <a:ext cx="7315200" cy="5128042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94858C-5A0F-39E8-1185-2FE4D7AD2089}"/>
              </a:ext>
            </a:extLst>
          </p:cNvPr>
          <p:cNvCxnSpPr/>
          <p:nvPr/>
        </p:nvCxnSpPr>
        <p:spPr>
          <a:xfrm flipV="1">
            <a:off x="10972800" y="3695700"/>
            <a:ext cx="0" cy="4191000"/>
          </a:xfrm>
          <a:prstGeom prst="straightConnector1">
            <a:avLst/>
          </a:prstGeom>
          <a:ln>
            <a:solidFill>
              <a:srgbClr val="41A0CB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131AF8-B915-AB2E-DC0A-BC24375431D0}"/>
              </a:ext>
            </a:extLst>
          </p:cNvPr>
          <p:cNvCxnSpPr>
            <a:cxnSpLocks/>
          </p:cNvCxnSpPr>
          <p:nvPr/>
        </p:nvCxnSpPr>
        <p:spPr>
          <a:xfrm>
            <a:off x="10972800" y="7886700"/>
            <a:ext cx="6019800" cy="0"/>
          </a:xfrm>
          <a:prstGeom prst="straightConnector1">
            <a:avLst/>
          </a:prstGeom>
          <a:ln>
            <a:solidFill>
              <a:srgbClr val="41A0CB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2148517C-96ED-C48D-8611-02A5B0F81E7E}"/>
              </a:ext>
            </a:extLst>
          </p:cNvPr>
          <p:cNvSpPr/>
          <p:nvPr/>
        </p:nvSpPr>
        <p:spPr>
          <a:xfrm>
            <a:off x="12032115" y="3955870"/>
            <a:ext cx="838200" cy="838198"/>
          </a:xfrm>
          <a:prstGeom prst="triangle">
            <a:avLst/>
          </a:prstGeom>
          <a:solidFill>
            <a:srgbClr val="00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1085E40-76FF-763B-9619-A2430CAB8F51}"/>
              </a:ext>
            </a:extLst>
          </p:cNvPr>
          <p:cNvSpPr/>
          <p:nvPr/>
        </p:nvSpPr>
        <p:spPr>
          <a:xfrm>
            <a:off x="12877800" y="4407698"/>
            <a:ext cx="838200" cy="838198"/>
          </a:xfrm>
          <a:prstGeom prst="triangle">
            <a:avLst/>
          </a:prstGeom>
          <a:solidFill>
            <a:srgbClr val="66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06F889AB-B3FB-60A3-B29A-7EE955F8CC5C}"/>
              </a:ext>
            </a:extLst>
          </p:cNvPr>
          <p:cNvSpPr/>
          <p:nvPr/>
        </p:nvSpPr>
        <p:spPr>
          <a:xfrm>
            <a:off x="12131859" y="4953002"/>
            <a:ext cx="838200" cy="838198"/>
          </a:xfrm>
          <a:prstGeom prst="triangle">
            <a:avLst/>
          </a:prstGeom>
          <a:solidFill>
            <a:srgbClr val="00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ECA0EFC-08B9-6E0E-B7F6-ADAB3ACCEDB5}"/>
              </a:ext>
            </a:extLst>
          </p:cNvPr>
          <p:cNvCxnSpPr/>
          <p:nvPr/>
        </p:nvCxnSpPr>
        <p:spPr>
          <a:xfrm flipV="1">
            <a:off x="11299642" y="3858105"/>
            <a:ext cx="5083358" cy="364759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3E686EFE-F815-AA43-0012-024C01AED66E}"/>
              </a:ext>
            </a:extLst>
          </p:cNvPr>
          <p:cNvSpPr/>
          <p:nvPr/>
        </p:nvSpPr>
        <p:spPr>
          <a:xfrm>
            <a:off x="13899699" y="5576568"/>
            <a:ext cx="838200" cy="838198"/>
          </a:xfrm>
          <a:prstGeom prst="triangle">
            <a:avLst/>
          </a:prstGeom>
          <a:solidFill>
            <a:srgbClr val="00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B41A5310-3613-95B2-6F4B-7DDBB11FC1F3}"/>
              </a:ext>
            </a:extLst>
          </p:cNvPr>
          <p:cNvSpPr/>
          <p:nvPr/>
        </p:nvSpPr>
        <p:spPr>
          <a:xfrm>
            <a:off x="14745384" y="6028396"/>
            <a:ext cx="838200" cy="838198"/>
          </a:xfrm>
          <a:prstGeom prst="triangle">
            <a:avLst/>
          </a:prstGeom>
          <a:solidFill>
            <a:srgbClr val="66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8BC579A5-8442-F276-9AEC-C3A15FF4A4FB}"/>
              </a:ext>
            </a:extLst>
          </p:cNvPr>
          <p:cNvSpPr/>
          <p:nvPr/>
        </p:nvSpPr>
        <p:spPr>
          <a:xfrm>
            <a:off x="13999443" y="6573700"/>
            <a:ext cx="838200" cy="838198"/>
          </a:xfrm>
          <a:prstGeom prst="triangle">
            <a:avLst/>
          </a:prstGeom>
          <a:solidFill>
            <a:srgbClr val="00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53538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79B86-D89A-3239-28B1-773D70B90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C32177AE-7CFC-51A1-FAC9-B141B4EC11B3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4C3A5F-5E2D-1BCA-249A-B211063A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34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A3DA2F7C-0853-3A70-8050-645F70F4BA42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Learning Paradigms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D8040493-A09D-993D-B9F4-08C37E9C4323}"/>
              </a:ext>
            </a:extLst>
          </p:cNvPr>
          <p:cNvSpPr txBox="1"/>
          <p:nvPr/>
        </p:nvSpPr>
        <p:spPr>
          <a:xfrm>
            <a:off x="838200" y="1257300"/>
            <a:ext cx="140208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Clustering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A35E93D-E5C2-408F-F168-A6FE53A5BC4F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5648EC-7AD4-4FBE-0291-E06A7F2415DC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1D6F82C1-FE3C-1D65-2A05-8130EDC06CCD}"/>
              </a:ext>
            </a:extLst>
          </p:cNvPr>
          <p:cNvSpPr txBox="1"/>
          <p:nvPr/>
        </p:nvSpPr>
        <p:spPr>
          <a:xfrm>
            <a:off x="914400" y="2952991"/>
            <a:ext cx="8229600" cy="65782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Finding Hidden Groups.</a:t>
            </a:r>
          </a:p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Sorting a bag of mystery shapes without a teacher.</a:t>
            </a:r>
          </a:p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How the Machine Handles it: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machine notices some have 3 corners and others have 4, so it pushes them into two separate piles.</a:t>
            </a:r>
          </a:p>
          <a:p>
            <a:pPr marL="457200" indent="-457200" algn="just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>
                  <a:gsLst>
                    <a:gs pos="0">
                      <a:srgbClr val="2C9AE9"/>
                    </a:gs>
                    <a:gs pos="100000">
                      <a:srgbClr val="66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Goal: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To discover hidden structures.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54E8CE-5DFD-57FA-233F-E10688DC1C0D}"/>
              </a:ext>
            </a:extLst>
          </p:cNvPr>
          <p:cNvSpPr/>
          <p:nvPr/>
        </p:nvSpPr>
        <p:spPr>
          <a:xfrm>
            <a:off x="10058400" y="3251598"/>
            <a:ext cx="7315200" cy="5128042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BB1F866-16E2-E7D2-C60A-B2AD7BF9D0B8}"/>
              </a:ext>
            </a:extLst>
          </p:cNvPr>
          <p:cNvCxnSpPr/>
          <p:nvPr/>
        </p:nvCxnSpPr>
        <p:spPr>
          <a:xfrm flipV="1">
            <a:off x="10972800" y="3695700"/>
            <a:ext cx="0" cy="4191000"/>
          </a:xfrm>
          <a:prstGeom prst="straightConnector1">
            <a:avLst/>
          </a:prstGeom>
          <a:ln>
            <a:solidFill>
              <a:srgbClr val="41A0CB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A6A16FD-C848-1634-F507-2CB9F032AB9A}"/>
              </a:ext>
            </a:extLst>
          </p:cNvPr>
          <p:cNvCxnSpPr>
            <a:cxnSpLocks/>
          </p:cNvCxnSpPr>
          <p:nvPr/>
        </p:nvCxnSpPr>
        <p:spPr>
          <a:xfrm>
            <a:off x="10972800" y="7886700"/>
            <a:ext cx="6019800" cy="0"/>
          </a:xfrm>
          <a:prstGeom prst="straightConnector1">
            <a:avLst/>
          </a:prstGeom>
          <a:ln>
            <a:solidFill>
              <a:srgbClr val="41A0CB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C60D977B-4285-F536-FDD8-7E7F0C0CADF2}"/>
              </a:ext>
            </a:extLst>
          </p:cNvPr>
          <p:cNvSpPr/>
          <p:nvPr/>
        </p:nvSpPr>
        <p:spPr>
          <a:xfrm>
            <a:off x="11657511" y="4575697"/>
            <a:ext cx="838200" cy="838198"/>
          </a:xfrm>
          <a:prstGeom prst="triangle">
            <a:avLst/>
          </a:prstGeom>
          <a:solidFill>
            <a:srgbClr val="00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9102BF3B-022A-C66D-D0E9-6D1DF61835CB}"/>
              </a:ext>
            </a:extLst>
          </p:cNvPr>
          <p:cNvSpPr/>
          <p:nvPr/>
        </p:nvSpPr>
        <p:spPr>
          <a:xfrm>
            <a:off x="12589873" y="4885870"/>
            <a:ext cx="838200" cy="838198"/>
          </a:xfrm>
          <a:prstGeom prst="triangle">
            <a:avLst/>
          </a:prstGeom>
          <a:solidFill>
            <a:srgbClr val="66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29B45A07-5A28-D782-A8B1-8BD55C26FE04}"/>
              </a:ext>
            </a:extLst>
          </p:cNvPr>
          <p:cNvSpPr/>
          <p:nvPr/>
        </p:nvSpPr>
        <p:spPr>
          <a:xfrm>
            <a:off x="11664587" y="5603467"/>
            <a:ext cx="838200" cy="838198"/>
          </a:xfrm>
          <a:prstGeom prst="triangle">
            <a:avLst/>
          </a:prstGeom>
          <a:solidFill>
            <a:srgbClr val="00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179839D4-3488-1242-B3FA-1108F314B00F}"/>
              </a:ext>
            </a:extLst>
          </p:cNvPr>
          <p:cNvSpPr/>
          <p:nvPr/>
        </p:nvSpPr>
        <p:spPr>
          <a:xfrm>
            <a:off x="12600759" y="5927294"/>
            <a:ext cx="838200" cy="838198"/>
          </a:xfrm>
          <a:prstGeom prst="triangle">
            <a:avLst/>
          </a:prstGeom>
          <a:solidFill>
            <a:srgbClr val="66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5140139-B21A-6CBB-ABC2-52B05577E7E1}"/>
              </a:ext>
            </a:extLst>
          </p:cNvPr>
          <p:cNvSpPr/>
          <p:nvPr/>
        </p:nvSpPr>
        <p:spPr>
          <a:xfrm>
            <a:off x="14715849" y="5188047"/>
            <a:ext cx="756622" cy="756622"/>
          </a:xfrm>
          <a:prstGeom prst="ellipse">
            <a:avLst/>
          </a:prstGeom>
          <a:solidFill>
            <a:srgbClr val="2B98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2911F6E-42EB-3521-5563-094FD0BA056A}"/>
              </a:ext>
            </a:extLst>
          </p:cNvPr>
          <p:cNvSpPr/>
          <p:nvPr/>
        </p:nvSpPr>
        <p:spPr>
          <a:xfrm>
            <a:off x="15593238" y="5534789"/>
            <a:ext cx="756622" cy="756622"/>
          </a:xfrm>
          <a:prstGeom prst="ellipse">
            <a:avLst/>
          </a:prstGeom>
          <a:solidFill>
            <a:srgbClr val="2C9A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1F473A7-030E-F680-4D97-3660628E7156}"/>
              </a:ext>
            </a:extLst>
          </p:cNvPr>
          <p:cNvSpPr/>
          <p:nvPr/>
        </p:nvSpPr>
        <p:spPr>
          <a:xfrm>
            <a:off x="14746330" y="6134244"/>
            <a:ext cx="756622" cy="756622"/>
          </a:xfrm>
          <a:prstGeom prst="ellipse">
            <a:avLst/>
          </a:prstGeom>
          <a:solidFill>
            <a:srgbClr val="2C9A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408D676-39C3-5462-2F85-CDE7D177DB60}"/>
              </a:ext>
            </a:extLst>
          </p:cNvPr>
          <p:cNvSpPr/>
          <p:nvPr/>
        </p:nvSpPr>
        <p:spPr>
          <a:xfrm>
            <a:off x="15638448" y="6524593"/>
            <a:ext cx="756622" cy="756622"/>
          </a:xfrm>
          <a:prstGeom prst="ellipse">
            <a:avLst/>
          </a:prstGeom>
          <a:solidFill>
            <a:srgbClr val="2C9AE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79DFE4C-A2FE-A97E-8044-75C1D786B1BB}"/>
              </a:ext>
            </a:extLst>
          </p:cNvPr>
          <p:cNvSpPr/>
          <p:nvPr/>
        </p:nvSpPr>
        <p:spPr>
          <a:xfrm>
            <a:off x="11277600" y="4381501"/>
            <a:ext cx="2590797" cy="2865116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DE5D268-CD61-DE5F-FD67-FFF74DDEE8C8}"/>
              </a:ext>
            </a:extLst>
          </p:cNvPr>
          <p:cNvSpPr/>
          <p:nvPr/>
        </p:nvSpPr>
        <p:spPr>
          <a:xfrm>
            <a:off x="14259738" y="4822287"/>
            <a:ext cx="2590797" cy="2865116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7074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02A99-2466-0649-6749-C47AF1F9B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1268A76C-2DA4-A46C-9970-7B7B86DD65FB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CCDB17C-432E-C9C5-76BE-B6F9D1581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35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DC61960B-C3BF-D5A2-7D18-CE8EC4C04041}"/>
              </a:ext>
            </a:extLst>
          </p:cNvPr>
          <p:cNvSpPr txBox="1"/>
          <p:nvPr/>
        </p:nvSpPr>
        <p:spPr>
          <a:xfrm>
            <a:off x="838200" y="378915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Dictionary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324A67A8-B516-6CE5-D19C-899F5BEA4C80}"/>
              </a:ext>
            </a:extLst>
          </p:cNvPr>
          <p:cNvSpPr txBox="1"/>
          <p:nvPr/>
        </p:nvSpPr>
        <p:spPr>
          <a:xfrm>
            <a:off x="820782" y="1257300"/>
            <a:ext cx="13428617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Training Mechanics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FA3A7E2-7FC1-98FC-1A12-AD43C53D5104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0868858-5F32-AC35-837C-87DE65E4D4C3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9">
            <a:extLst>
              <a:ext uri="{FF2B5EF4-FFF2-40B4-BE49-F238E27FC236}">
                <a16:creationId xmlns:a16="http://schemas.microsoft.com/office/drawing/2014/main" id="{F66A520F-0DF1-8132-6760-15D022A0A018}"/>
              </a:ext>
            </a:extLst>
          </p:cNvPr>
          <p:cNvSpPr txBox="1"/>
          <p:nvPr/>
        </p:nvSpPr>
        <p:spPr>
          <a:xfrm>
            <a:off x="914400" y="3276635"/>
            <a:ext cx="11049000" cy="58395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Training: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process of teaching a model using data so it can learn patterns and improve its results.</a:t>
            </a:r>
          </a:p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Epoch: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One complete pass through the entire dataset. (Reading the whole textbook once).</a:t>
            </a:r>
          </a:p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Batch: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 small chunk of data processed at one time (Reading one chapter at a time).</a:t>
            </a:r>
          </a:p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Iteration: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number of batches needed to complete one Epoch.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C583C3-74C8-3006-3041-89724FE1786A}"/>
              </a:ext>
            </a:extLst>
          </p:cNvPr>
          <p:cNvSpPr/>
          <p:nvPr/>
        </p:nvSpPr>
        <p:spPr>
          <a:xfrm>
            <a:off x="13715999" y="1485900"/>
            <a:ext cx="2392251" cy="685800"/>
          </a:xfrm>
          <a:prstGeom prst="rect">
            <a:avLst/>
          </a:prstGeom>
          <a:solidFill>
            <a:srgbClr val="2B9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100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4FECF5-D25B-D42A-996F-CE16CB206D2D}"/>
              </a:ext>
            </a:extLst>
          </p:cNvPr>
          <p:cNvSpPr/>
          <p:nvPr/>
        </p:nvSpPr>
        <p:spPr>
          <a:xfrm>
            <a:off x="13715999" y="2171700"/>
            <a:ext cx="2392251" cy="685800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100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829B4E-FE8A-C28D-9361-8FDB6F5ACABF}"/>
              </a:ext>
            </a:extLst>
          </p:cNvPr>
          <p:cNvSpPr/>
          <p:nvPr/>
        </p:nvSpPr>
        <p:spPr>
          <a:xfrm>
            <a:off x="13715999" y="2841727"/>
            <a:ext cx="2392251" cy="685800"/>
          </a:xfrm>
          <a:prstGeom prst="rect">
            <a:avLst/>
          </a:prstGeom>
          <a:solidFill>
            <a:srgbClr val="2B9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100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D48DE4-53EB-F6F4-BC1B-774BD9C4DB85}"/>
              </a:ext>
            </a:extLst>
          </p:cNvPr>
          <p:cNvSpPr/>
          <p:nvPr/>
        </p:nvSpPr>
        <p:spPr>
          <a:xfrm>
            <a:off x="13715999" y="3527527"/>
            <a:ext cx="2392251" cy="685800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100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409040-A014-48E3-DD34-84675DF6391A}"/>
              </a:ext>
            </a:extLst>
          </p:cNvPr>
          <p:cNvSpPr/>
          <p:nvPr/>
        </p:nvSpPr>
        <p:spPr>
          <a:xfrm>
            <a:off x="13708486" y="4197554"/>
            <a:ext cx="2392251" cy="685800"/>
          </a:xfrm>
          <a:prstGeom prst="rect">
            <a:avLst/>
          </a:prstGeom>
          <a:solidFill>
            <a:srgbClr val="2B9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100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964F49-8DCB-9DAC-1EE7-B466179164AF}"/>
              </a:ext>
            </a:extLst>
          </p:cNvPr>
          <p:cNvSpPr/>
          <p:nvPr/>
        </p:nvSpPr>
        <p:spPr>
          <a:xfrm>
            <a:off x="13708486" y="4883354"/>
            <a:ext cx="2392251" cy="685800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100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FAE4823-1CC4-84E7-E7A9-B1A6828855BE}"/>
              </a:ext>
            </a:extLst>
          </p:cNvPr>
          <p:cNvSpPr/>
          <p:nvPr/>
        </p:nvSpPr>
        <p:spPr>
          <a:xfrm>
            <a:off x="13685948" y="5553381"/>
            <a:ext cx="2414789" cy="685800"/>
          </a:xfrm>
          <a:prstGeom prst="rect">
            <a:avLst/>
          </a:prstGeom>
          <a:solidFill>
            <a:srgbClr val="2B9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100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D3A0A32-9797-E1EF-9B6D-21E61BD0DD48}"/>
              </a:ext>
            </a:extLst>
          </p:cNvPr>
          <p:cNvSpPr/>
          <p:nvPr/>
        </p:nvSpPr>
        <p:spPr>
          <a:xfrm>
            <a:off x="13685948" y="6239181"/>
            <a:ext cx="2422302" cy="685800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100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7C383FC-7B55-33D0-95B3-681E536448DF}"/>
              </a:ext>
            </a:extLst>
          </p:cNvPr>
          <p:cNvSpPr/>
          <p:nvPr/>
        </p:nvSpPr>
        <p:spPr>
          <a:xfrm>
            <a:off x="13685948" y="6936769"/>
            <a:ext cx="2414789" cy="685800"/>
          </a:xfrm>
          <a:prstGeom prst="rect">
            <a:avLst/>
          </a:prstGeom>
          <a:solidFill>
            <a:srgbClr val="2B9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100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AB83A72-B3C8-3043-6088-253E60456BF0}"/>
              </a:ext>
            </a:extLst>
          </p:cNvPr>
          <p:cNvSpPr/>
          <p:nvPr/>
        </p:nvSpPr>
        <p:spPr>
          <a:xfrm>
            <a:off x="13685948" y="7622569"/>
            <a:ext cx="2422302" cy="685800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100</a:t>
            </a: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3AE4C3DE-8A19-B5DA-5C44-5D38CE17D07B}"/>
              </a:ext>
            </a:extLst>
          </p:cNvPr>
          <p:cNvSpPr txBox="1"/>
          <p:nvPr/>
        </p:nvSpPr>
        <p:spPr>
          <a:xfrm>
            <a:off x="13314338" y="950416"/>
            <a:ext cx="3180545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Total Data = 1000</a:t>
            </a:r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755E4BB8-5B38-FA3E-3448-09CE33A22E16}"/>
              </a:ext>
            </a:extLst>
          </p:cNvPr>
          <p:cNvSpPr/>
          <p:nvPr/>
        </p:nvSpPr>
        <p:spPr>
          <a:xfrm>
            <a:off x="13030200" y="1714500"/>
            <a:ext cx="457200" cy="6324600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9">
            <a:extLst>
              <a:ext uri="{FF2B5EF4-FFF2-40B4-BE49-F238E27FC236}">
                <a16:creationId xmlns:a16="http://schemas.microsoft.com/office/drawing/2014/main" id="{082C78B1-55BB-660C-794D-A11A93D6F4E8}"/>
              </a:ext>
            </a:extLst>
          </p:cNvPr>
          <p:cNvSpPr txBox="1"/>
          <p:nvPr/>
        </p:nvSpPr>
        <p:spPr>
          <a:xfrm>
            <a:off x="12500039" y="2523016"/>
            <a:ext cx="430887" cy="3311384"/>
          </a:xfrm>
          <a:prstGeom prst="rect">
            <a:avLst/>
          </a:prstGeom>
        </p:spPr>
        <p:txBody>
          <a:bodyPr vert="vert270"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Iteration=10</a:t>
            </a:r>
          </a:p>
        </p:txBody>
      </p:sp>
      <p:sp>
        <p:nvSpPr>
          <p:cNvPr id="31" name="Left Brace 30">
            <a:extLst>
              <a:ext uri="{FF2B5EF4-FFF2-40B4-BE49-F238E27FC236}">
                <a16:creationId xmlns:a16="http://schemas.microsoft.com/office/drawing/2014/main" id="{EAA12BAE-CB11-C321-F6DF-3170686F433F}"/>
              </a:ext>
            </a:extLst>
          </p:cNvPr>
          <p:cNvSpPr/>
          <p:nvPr/>
        </p:nvSpPr>
        <p:spPr>
          <a:xfrm rot="10800000">
            <a:off x="16295259" y="2187979"/>
            <a:ext cx="350951" cy="532871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9">
            <a:extLst>
              <a:ext uri="{FF2B5EF4-FFF2-40B4-BE49-F238E27FC236}">
                <a16:creationId xmlns:a16="http://schemas.microsoft.com/office/drawing/2014/main" id="{78CE5368-476B-D4D5-4BB2-0C0735EA2B78}"/>
              </a:ext>
            </a:extLst>
          </p:cNvPr>
          <p:cNvSpPr txBox="1"/>
          <p:nvPr/>
        </p:nvSpPr>
        <p:spPr>
          <a:xfrm>
            <a:off x="16735578" y="2206823"/>
            <a:ext cx="1552422" cy="61555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Batch Size= 100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82BF874-4CD2-9540-9E5A-4E30E98B874B}"/>
              </a:ext>
            </a:extLst>
          </p:cNvPr>
          <p:cNvCxnSpPr/>
          <p:nvPr/>
        </p:nvCxnSpPr>
        <p:spPr>
          <a:xfrm>
            <a:off x="14893342" y="8496300"/>
            <a:ext cx="0" cy="4572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5" name="TextBox 9">
            <a:extLst>
              <a:ext uri="{FF2B5EF4-FFF2-40B4-BE49-F238E27FC236}">
                <a16:creationId xmlns:a16="http://schemas.microsoft.com/office/drawing/2014/main" id="{B097496A-F091-D9DF-D3F2-2364907E9BC2}"/>
              </a:ext>
            </a:extLst>
          </p:cNvPr>
          <p:cNvSpPr txBox="1"/>
          <p:nvPr/>
        </p:nvSpPr>
        <p:spPr>
          <a:xfrm>
            <a:off x="14284785" y="9013950"/>
            <a:ext cx="1552422" cy="30777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+1 Epoch!</a:t>
            </a:r>
          </a:p>
        </p:txBody>
      </p:sp>
    </p:spTree>
    <p:extLst>
      <p:ext uri="{BB962C8B-B14F-4D97-AF65-F5344CB8AC3E}">
        <p14:creationId xmlns:p14="http://schemas.microsoft.com/office/powerpoint/2010/main" val="13005910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0D4CA-1666-B924-8407-C002E15BA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43733337-616D-AEEE-F889-65F35F3B057D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FBEA39-A4EA-51E2-08A1-30F093BF9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3550EBFF-6502-D8EC-003C-207AD4620A6F}"/>
              </a:ext>
            </a:extLst>
          </p:cNvPr>
          <p:cNvSpPr txBox="1"/>
          <p:nvPr/>
        </p:nvSpPr>
        <p:spPr>
          <a:xfrm>
            <a:off x="838200" y="378915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Dictionary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F6A60613-BCBF-0DAA-4938-15AAD91CA09F}"/>
              </a:ext>
            </a:extLst>
          </p:cNvPr>
          <p:cNvSpPr txBox="1"/>
          <p:nvPr/>
        </p:nvSpPr>
        <p:spPr>
          <a:xfrm>
            <a:off x="820782" y="1257300"/>
            <a:ext cx="13428617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Model State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92233B-CDBF-7150-49DF-8817E2B0C9FA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21A3B2C-3703-E618-74FD-58D1994353BE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9">
            <a:extLst>
              <a:ext uri="{FF2B5EF4-FFF2-40B4-BE49-F238E27FC236}">
                <a16:creationId xmlns:a16="http://schemas.microsoft.com/office/drawing/2014/main" id="{80CD9E06-5013-EF29-900D-CC6DD29EADA2}"/>
              </a:ext>
            </a:extLst>
          </p:cNvPr>
          <p:cNvSpPr txBox="1"/>
          <p:nvPr/>
        </p:nvSpPr>
        <p:spPr>
          <a:xfrm>
            <a:off x="914400" y="3276635"/>
            <a:ext cx="14630400" cy="36235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Underfitting: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model is too simple to learn the pattern (Failing).</a:t>
            </a:r>
          </a:p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Overfitting: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model memorized the training data but fails the test (Cheating).</a:t>
            </a:r>
          </a:p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Balanced: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"Goldilocks" zone where it handles both old and new data well.</a:t>
            </a:r>
          </a:p>
        </p:txBody>
      </p:sp>
    </p:spTree>
    <p:extLst>
      <p:ext uri="{BB962C8B-B14F-4D97-AF65-F5344CB8AC3E}">
        <p14:creationId xmlns:p14="http://schemas.microsoft.com/office/powerpoint/2010/main" val="763653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9D7E5-FC95-DFCA-A01B-5257CFA47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53E230E2-3808-1F8E-EDAD-7E88A60C860B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F233F7-7964-4B40-A894-1B58ED304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37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8D375D19-1A83-9402-A722-0F36FA9EEE0E}"/>
              </a:ext>
            </a:extLst>
          </p:cNvPr>
          <p:cNvSpPr txBox="1"/>
          <p:nvPr/>
        </p:nvSpPr>
        <p:spPr>
          <a:xfrm>
            <a:off x="838200" y="378915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Dictionary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367B5A84-9114-A045-0183-829CBD357027}"/>
              </a:ext>
            </a:extLst>
          </p:cNvPr>
          <p:cNvSpPr txBox="1"/>
          <p:nvPr/>
        </p:nvSpPr>
        <p:spPr>
          <a:xfrm>
            <a:off x="820782" y="1257300"/>
            <a:ext cx="13428617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Model State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F4851E-DED9-1B9C-AE15-35524D276B2C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D03A682-F7E1-60BE-5B6C-3E2DDC63F035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10DB82-DF6C-1253-311E-FDF101EA7B2A}"/>
              </a:ext>
            </a:extLst>
          </p:cNvPr>
          <p:cNvSpPr/>
          <p:nvPr/>
        </p:nvSpPr>
        <p:spPr>
          <a:xfrm>
            <a:off x="883276" y="3247600"/>
            <a:ext cx="5105400" cy="51054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E86CBDA-EDB0-6411-DC45-DE4656080CA3}"/>
              </a:ext>
            </a:extLst>
          </p:cNvPr>
          <p:cNvCxnSpPr/>
          <p:nvPr/>
        </p:nvCxnSpPr>
        <p:spPr>
          <a:xfrm>
            <a:off x="1302376" y="7882702"/>
            <a:ext cx="44577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C6058C-524C-02D3-C264-CACBB327E291}"/>
              </a:ext>
            </a:extLst>
          </p:cNvPr>
          <p:cNvCxnSpPr/>
          <p:nvPr/>
        </p:nvCxnSpPr>
        <p:spPr>
          <a:xfrm flipV="1">
            <a:off x="1302376" y="3463102"/>
            <a:ext cx="0" cy="44196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D592F75-ED6A-B562-36C4-06D8667DB10C}"/>
              </a:ext>
            </a:extLst>
          </p:cNvPr>
          <p:cNvSpPr/>
          <p:nvPr/>
        </p:nvSpPr>
        <p:spPr>
          <a:xfrm>
            <a:off x="1643130" y="4214346"/>
            <a:ext cx="3676732" cy="3315797"/>
          </a:xfrm>
          <a:custGeom>
            <a:avLst/>
            <a:gdLst>
              <a:gd name="csX0" fmla="*/ 0 w 3676732"/>
              <a:gd name="csY0" fmla="*/ 3315797 h 3315797"/>
              <a:gd name="csX1" fmla="*/ 695459 w 3676732"/>
              <a:gd name="csY1" fmla="*/ 1847605 h 3315797"/>
              <a:gd name="csX2" fmla="*/ 2421228 w 3676732"/>
              <a:gd name="csY2" fmla="*/ 2465791 h 3315797"/>
              <a:gd name="csX3" fmla="*/ 3515932 w 3676732"/>
              <a:gd name="csY3" fmla="*/ 250625 h 3315797"/>
              <a:gd name="csX4" fmla="*/ 3670478 w 3676732"/>
              <a:gd name="csY4" fmla="*/ 31684 h 3315797"/>
              <a:gd name="csX5" fmla="*/ 3631842 w 3676732"/>
              <a:gd name="csY5" fmla="*/ 5926 h 33157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676732" h="3315797">
                <a:moveTo>
                  <a:pt x="0" y="3315797"/>
                </a:moveTo>
                <a:cubicBezTo>
                  <a:pt x="145960" y="2652535"/>
                  <a:pt x="291921" y="1989273"/>
                  <a:pt x="695459" y="1847605"/>
                </a:cubicBezTo>
                <a:cubicBezTo>
                  <a:pt x="1098997" y="1705937"/>
                  <a:pt x="1951149" y="2731954"/>
                  <a:pt x="2421228" y="2465791"/>
                </a:cubicBezTo>
                <a:cubicBezTo>
                  <a:pt x="2891307" y="2199628"/>
                  <a:pt x="3307724" y="656309"/>
                  <a:pt x="3515932" y="250625"/>
                </a:cubicBezTo>
                <a:cubicBezTo>
                  <a:pt x="3724140" y="-155060"/>
                  <a:pt x="3651160" y="72467"/>
                  <a:pt x="3670478" y="31684"/>
                </a:cubicBezTo>
                <a:cubicBezTo>
                  <a:pt x="3689796" y="-9099"/>
                  <a:pt x="3660819" y="-1587"/>
                  <a:pt x="3631842" y="5926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440249E-2FF1-996D-4A9D-B3D97835D381}"/>
                  </a:ext>
                </a:extLst>
              </p14:cNvPr>
              <p14:cNvContentPartPr/>
              <p14:nvPr/>
            </p14:nvContentPartPr>
            <p14:xfrm>
              <a:off x="1784736" y="5958738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440249E-2FF1-996D-4A9D-B3D97835D38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22096" y="58957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D19E1BE-F6C3-9161-AFEB-53F20AAA9D84}"/>
                  </a:ext>
                </a:extLst>
              </p14:cNvPr>
              <p14:cNvContentPartPr/>
              <p14:nvPr/>
            </p14:nvContentPartPr>
            <p14:xfrm>
              <a:off x="1629936" y="6280938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D19E1BE-F6C3-9161-AFEB-53F20AAA9D8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7296" y="62179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CE92579-8B68-3C4A-9D87-86C2312572FC}"/>
                  </a:ext>
                </a:extLst>
              </p14:cNvPr>
              <p14:cNvContentPartPr/>
              <p14:nvPr/>
            </p14:nvContentPartPr>
            <p14:xfrm>
              <a:off x="1591416" y="6602778"/>
              <a:ext cx="360" cy="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CE92579-8B68-3C4A-9D87-86C2312572F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8776" y="653977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462D8485-AF19-E20D-6184-B3ABD78AA6F5}"/>
                  </a:ext>
                </a:extLst>
              </p14:cNvPr>
              <p14:cNvContentPartPr/>
              <p14:nvPr/>
            </p14:nvContentPartPr>
            <p14:xfrm>
              <a:off x="2132136" y="6808698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462D8485-AF19-E20D-6184-B3ABD78AA6F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69496" y="67456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C7D962C-E824-4B46-E209-771BBD7CACAE}"/>
                  </a:ext>
                </a:extLst>
              </p14:cNvPr>
              <p14:cNvContentPartPr/>
              <p14:nvPr/>
            </p14:nvContentPartPr>
            <p14:xfrm>
              <a:off x="2054736" y="7169058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C7D962C-E824-4B46-E209-771BBD7CACA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92096" y="71064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8D5B5052-65E8-4129-21F8-0381A1CC3D3D}"/>
                  </a:ext>
                </a:extLst>
              </p14:cNvPr>
              <p14:cNvContentPartPr/>
              <p14:nvPr/>
            </p14:nvContentPartPr>
            <p14:xfrm>
              <a:off x="2480256" y="7272378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8D5B5052-65E8-4129-21F8-0381A1CC3D3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17616" y="72097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90353E5-4283-FC06-9B81-4C888AD9FA08}"/>
                  </a:ext>
                </a:extLst>
              </p14:cNvPr>
              <p14:cNvContentPartPr/>
              <p14:nvPr/>
            </p14:nvContentPartPr>
            <p14:xfrm>
              <a:off x="2776176" y="7491618"/>
              <a:ext cx="360" cy="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90353E5-4283-FC06-9B81-4C888AD9FA0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13536" y="74286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F2C65414-CF93-33A1-6D65-D9122435FBD5}"/>
                  </a:ext>
                </a:extLst>
              </p14:cNvPr>
              <p14:cNvContentPartPr/>
              <p14:nvPr/>
            </p14:nvContentPartPr>
            <p14:xfrm>
              <a:off x="3162816" y="7388298"/>
              <a:ext cx="2520" cy="3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F2C65414-CF93-33A1-6D65-D9122435FBD5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099816" y="7325298"/>
                <a:ext cx="12816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6C0C50B0-FDE6-DF5C-ADDF-5C295A119B2D}"/>
                  </a:ext>
                </a:extLst>
              </p14:cNvPr>
              <p14:cNvContentPartPr/>
              <p14:nvPr/>
            </p14:nvContentPartPr>
            <p14:xfrm>
              <a:off x="3716856" y="7349778"/>
              <a:ext cx="360" cy="3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6C0C50B0-FDE6-DF5C-ADDF-5C295A119B2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53856" y="72871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EF6FBD0A-33AC-F8F1-9886-5EA290E5BA3A}"/>
                  </a:ext>
                </a:extLst>
              </p14:cNvPr>
              <p14:cNvContentPartPr/>
              <p14:nvPr/>
            </p14:nvContentPartPr>
            <p14:xfrm>
              <a:off x="3974256" y="7491618"/>
              <a:ext cx="36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EF6FBD0A-33AC-F8F1-9886-5EA290E5BA3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11256" y="74286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85AF966B-66C7-B97D-61CE-D63CA7B69631}"/>
                  </a:ext>
                </a:extLst>
              </p14:cNvPr>
              <p14:cNvContentPartPr/>
              <p14:nvPr/>
            </p14:nvContentPartPr>
            <p14:xfrm>
              <a:off x="4437576" y="7375698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85AF966B-66C7-B97D-61CE-D63CA7B6963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74936" y="73126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35A85633-C571-46D4-4784-608921B9185A}"/>
                  </a:ext>
                </a:extLst>
              </p14:cNvPr>
              <p14:cNvContentPartPr/>
              <p14:nvPr/>
            </p14:nvContentPartPr>
            <p14:xfrm>
              <a:off x="2814696" y="7092378"/>
              <a:ext cx="360" cy="3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35A85633-C571-46D4-4784-608921B9185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52056" y="702937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0CE1B2D3-88B0-896D-4B60-DB39FFB30A94}"/>
                  </a:ext>
                </a:extLst>
              </p14:cNvPr>
              <p14:cNvContentPartPr/>
              <p14:nvPr/>
            </p14:nvContentPartPr>
            <p14:xfrm>
              <a:off x="2235456" y="5662818"/>
              <a:ext cx="360" cy="3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0CE1B2D3-88B0-896D-4B60-DB39FFB30A9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72816" y="55998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3831F940-BCE5-DFD0-2DC7-371FC0FF95EB}"/>
                  </a:ext>
                </a:extLst>
              </p14:cNvPr>
              <p14:cNvContentPartPr/>
              <p14:nvPr/>
            </p14:nvContentPartPr>
            <p14:xfrm>
              <a:off x="2622096" y="5649498"/>
              <a:ext cx="2520" cy="3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3831F940-BCE5-DFD0-2DC7-371FC0FF95E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559096" y="5586858"/>
                <a:ext cx="12816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33FCD207-F0F9-8897-979F-5ADDC250E12F}"/>
                  </a:ext>
                </a:extLst>
              </p14:cNvPr>
              <p14:cNvContentPartPr/>
              <p14:nvPr/>
            </p14:nvContentPartPr>
            <p14:xfrm>
              <a:off x="2866176" y="5906898"/>
              <a:ext cx="360" cy="3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33FCD207-F0F9-8897-979F-5ADDC250E12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03536" y="584425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02CEAD6-D0EF-E3A8-813A-E8EB582C82C2}"/>
                  </a:ext>
                </a:extLst>
              </p14:cNvPr>
              <p14:cNvContentPartPr/>
              <p14:nvPr/>
            </p14:nvContentPartPr>
            <p14:xfrm>
              <a:off x="1990656" y="5134698"/>
              <a:ext cx="360" cy="3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02CEAD6-D0EF-E3A8-813A-E8EB582C82C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27656" y="50716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060CFA47-8B68-5726-EA30-4A8F7110A7EA}"/>
                  </a:ext>
                </a:extLst>
              </p14:cNvPr>
              <p14:cNvContentPartPr/>
              <p14:nvPr/>
            </p14:nvContentPartPr>
            <p14:xfrm>
              <a:off x="2454696" y="5044338"/>
              <a:ext cx="360" cy="36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060CFA47-8B68-5726-EA30-4A8F7110A7E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91696" y="49816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CA3D29EB-5645-1425-C1BA-5F004645415B}"/>
                  </a:ext>
                </a:extLst>
              </p14:cNvPr>
              <p14:cNvContentPartPr/>
              <p14:nvPr/>
            </p14:nvContentPartPr>
            <p14:xfrm>
              <a:off x="2570256" y="4722138"/>
              <a:ext cx="20520" cy="208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CA3D29EB-5645-1425-C1BA-5F004645415B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2507616" y="4659498"/>
                <a:ext cx="14616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C5C8AD32-7F39-285D-0FDE-01895E2945E2}"/>
                  </a:ext>
                </a:extLst>
              </p14:cNvPr>
              <p14:cNvContentPartPr/>
              <p14:nvPr/>
            </p14:nvContentPartPr>
            <p14:xfrm>
              <a:off x="2853576" y="5250258"/>
              <a:ext cx="360" cy="3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C5C8AD32-7F39-285D-0FDE-01895E2945E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90936" y="51876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A1B01FCF-A376-1EE9-D178-175DB8FC9690}"/>
                  </a:ext>
                </a:extLst>
              </p14:cNvPr>
              <p14:cNvContentPartPr/>
              <p14:nvPr/>
            </p14:nvContentPartPr>
            <p14:xfrm>
              <a:off x="2299896" y="5327658"/>
              <a:ext cx="360" cy="3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A1B01FCF-A376-1EE9-D178-175DB8FC969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36896" y="52650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D5DD5D04-4721-29B7-ACE4-8925E2AAC433}"/>
                  </a:ext>
                </a:extLst>
              </p14:cNvPr>
              <p14:cNvContentPartPr/>
              <p14:nvPr/>
            </p14:nvContentPartPr>
            <p14:xfrm>
              <a:off x="2892096" y="4979898"/>
              <a:ext cx="360" cy="3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D5DD5D04-4721-29B7-ACE4-8925E2AAC43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29456" y="49168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CC00930E-1FF7-A05E-777A-B6D001DA668F}"/>
                  </a:ext>
                </a:extLst>
              </p14:cNvPr>
              <p14:cNvContentPartPr/>
              <p14:nvPr/>
            </p14:nvContentPartPr>
            <p14:xfrm>
              <a:off x="3059496" y="4619538"/>
              <a:ext cx="360" cy="3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CC00930E-1FF7-A05E-777A-B6D001DA668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96856" y="45568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57858301-5134-6F3C-D61D-F29ECCBF0693}"/>
                  </a:ext>
                </a:extLst>
              </p14:cNvPr>
              <p14:cNvContentPartPr/>
              <p14:nvPr/>
            </p14:nvContentPartPr>
            <p14:xfrm>
              <a:off x="3368736" y="4632138"/>
              <a:ext cx="360" cy="3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57858301-5134-6F3C-D61D-F29ECCBF069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05736" y="45694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C6A710BE-DED5-0A4F-9A11-43EE4B1F3F2D}"/>
                  </a:ext>
                </a:extLst>
              </p14:cNvPr>
              <p14:cNvContentPartPr/>
              <p14:nvPr/>
            </p14:nvContentPartPr>
            <p14:xfrm>
              <a:off x="3226896" y="5263218"/>
              <a:ext cx="360" cy="36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C6A710BE-DED5-0A4F-9A11-43EE4B1F3F2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64256" y="52002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3C9851A9-13D2-6C52-C7EE-30B97595D94C}"/>
                  </a:ext>
                </a:extLst>
              </p14:cNvPr>
              <p14:cNvContentPartPr/>
              <p14:nvPr/>
            </p14:nvContentPartPr>
            <p14:xfrm>
              <a:off x="3316896" y="5610978"/>
              <a:ext cx="360" cy="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3C9851A9-13D2-6C52-C7EE-30B97595D94C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3254256" y="5548338"/>
                <a:ext cx="126000" cy="12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3F6E15E4-FE65-4473-5881-9BF984A11E76}"/>
                  </a:ext>
                </a:extLst>
              </p14:cNvPr>
              <p14:cNvContentPartPr/>
              <p14:nvPr/>
            </p14:nvContentPartPr>
            <p14:xfrm>
              <a:off x="3703536" y="5405058"/>
              <a:ext cx="360" cy="36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3F6E15E4-FE65-4473-5881-9BF984A11E7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40896" y="53424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345E5A86-2571-BE53-30DF-3CB816BF4583}"/>
                  </a:ext>
                </a:extLst>
              </p14:cNvPr>
              <p14:cNvContentPartPr/>
              <p14:nvPr/>
            </p14:nvContentPartPr>
            <p14:xfrm>
              <a:off x="4050936" y="4707378"/>
              <a:ext cx="360" cy="25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345E5A86-2571-BE53-30DF-3CB816BF4583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3988296" y="4644378"/>
                <a:ext cx="126000" cy="12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40738918-41DD-BFD9-74F3-E69DDDFE1B4D}"/>
                  </a:ext>
                </a:extLst>
              </p14:cNvPr>
              <p14:cNvContentPartPr/>
              <p14:nvPr/>
            </p14:nvContentPartPr>
            <p14:xfrm>
              <a:off x="4514976" y="4490658"/>
              <a:ext cx="360" cy="36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40738918-41DD-BFD9-74F3-E69DDDFE1B4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52336" y="442765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799D352B-1CEB-8567-5301-D85D7B89C5A5}"/>
                  </a:ext>
                </a:extLst>
              </p14:cNvPr>
              <p14:cNvContentPartPr/>
              <p14:nvPr/>
            </p14:nvContentPartPr>
            <p14:xfrm>
              <a:off x="4875696" y="4129938"/>
              <a:ext cx="360" cy="36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799D352B-1CEB-8567-5301-D85D7B89C5A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12696" y="40669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B25E4953-C61D-0690-F370-15E87CD0657E}"/>
                  </a:ext>
                </a:extLst>
              </p14:cNvPr>
              <p14:cNvContentPartPr/>
              <p14:nvPr/>
            </p14:nvContentPartPr>
            <p14:xfrm>
              <a:off x="5673816" y="4297338"/>
              <a:ext cx="360" cy="36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B25E4953-C61D-0690-F370-15E87CD0657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11176" y="42343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DCE7BFBC-CB06-8E63-E7C0-F320CA634FF4}"/>
                  </a:ext>
                </a:extLst>
              </p14:cNvPr>
              <p14:cNvContentPartPr/>
              <p14:nvPr/>
            </p14:nvContentPartPr>
            <p14:xfrm>
              <a:off x="5867136" y="4812138"/>
              <a:ext cx="360" cy="3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DCE7BFBC-CB06-8E63-E7C0-F320CA634FF4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04496" y="47494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1023E460-7CDB-05F8-3FF8-F66E82A80BAC}"/>
                  </a:ext>
                </a:extLst>
              </p14:cNvPr>
              <p14:cNvContentPartPr/>
              <p14:nvPr/>
            </p14:nvContentPartPr>
            <p14:xfrm>
              <a:off x="5751216" y="5418018"/>
              <a:ext cx="360" cy="36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1023E460-7CDB-05F8-3FF8-F66E82A80BA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88576" y="53550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A8B5DD45-C423-A2C7-1BFF-DB8B446C1E27}"/>
                  </a:ext>
                </a:extLst>
              </p14:cNvPr>
              <p14:cNvContentPartPr/>
              <p14:nvPr/>
            </p14:nvContentPartPr>
            <p14:xfrm>
              <a:off x="5777136" y="5739498"/>
              <a:ext cx="360" cy="3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A8B5DD45-C423-A2C7-1BFF-DB8B446C1E2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714496" y="567685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C0CE24D1-1B3D-4F0E-2A4B-773F6B6F768B}"/>
                  </a:ext>
                </a:extLst>
              </p14:cNvPr>
              <p14:cNvContentPartPr/>
              <p14:nvPr/>
            </p14:nvContentPartPr>
            <p14:xfrm>
              <a:off x="5223096" y="5469498"/>
              <a:ext cx="360" cy="3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C0CE24D1-1B3D-4F0E-2A4B-773F6B6F768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60456" y="54064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D941B376-34D7-AE67-B458-EE29619B90D1}"/>
                  </a:ext>
                </a:extLst>
              </p14:cNvPr>
              <p14:cNvContentPartPr/>
              <p14:nvPr/>
            </p14:nvContentPartPr>
            <p14:xfrm>
              <a:off x="4115736" y="5237658"/>
              <a:ext cx="360" cy="36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D941B376-34D7-AE67-B458-EE29619B90D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53096" y="51750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72989708-A336-72A3-44D9-10CEA4ED389E}"/>
                  </a:ext>
                </a:extLst>
              </p14:cNvPr>
              <p14:cNvContentPartPr/>
              <p14:nvPr/>
            </p14:nvContentPartPr>
            <p14:xfrm>
              <a:off x="5262336" y="6821658"/>
              <a:ext cx="360" cy="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72989708-A336-72A3-44D9-10CEA4ED389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99336" y="67590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B352DCBD-9D2E-06E5-275A-1A989E94282A}"/>
                  </a:ext>
                </a:extLst>
              </p14:cNvPr>
              <p14:cNvContentPartPr/>
              <p14:nvPr/>
            </p14:nvContentPartPr>
            <p14:xfrm>
              <a:off x="4579056" y="7053498"/>
              <a:ext cx="360" cy="36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B352DCBD-9D2E-06E5-275A-1A989E94282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6416" y="69904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6490D6CF-7900-80FA-62B4-B3C08D9CEF59}"/>
                  </a:ext>
                </a:extLst>
              </p14:cNvPr>
              <p14:cNvContentPartPr/>
              <p14:nvPr/>
            </p14:nvContentPartPr>
            <p14:xfrm>
              <a:off x="4540896" y="6757578"/>
              <a:ext cx="360" cy="3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6490D6CF-7900-80FA-62B4-B3C08D9CEF5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77896" y="669457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86A0E9B5-174F-85EF-2DE7-FE0FB6C3152B}"/>
                  </a:ext>
                </a:extLst>
              </p14:cNvPr>
              <p14:cNvContentPartPr/>
              <p14:nvPr/>
            </p14:nvContentPartPr>
            <p14:xfrm>
              <a:off x="4875696" y="6036138"/>
              <a:ext cx="360" cy="36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86A0E9B5-174F-85EF-2DE7-FE0FB6C3152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12696" y="59731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81212FE-109D-12B2-9667-1EDBE221E929}"/>
                  </a:ext>
                </a:extLst>
              </p14:cNvPr>
              <p14:cNvContentPartPr/>
              <p14:nvPr/>
            </p14:nvContentPartPr>
            <p14:xfrm>
              <a:off x="5133096" y="5894298"/>
              <a:ext cx="360" cy="36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81212FE-109D-12B2-9667-1EDBE221E92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70456" y="5831658"/>
                <a:ext cx="126000" cy="126000"/>
              </a:xfrm>
              <a:prstGeom prst="rect">
                <a:avLst/>
              </a:prstGeom>
            </p:spPr>
          </p:pic>
        </mc:Fallback>
      </mc:AlternateContent>
      <p:sp>
        <p:nvSpPr>
          <p:cNvPr id="56" name="Rectangle 55">
            <a:extLst>
              <a:ext uri="{FF2B5EF4-FFF2-40B4-BE49-F238E27FC236}">
                <a16:creationId xmlns:a16="http://schemas.microsoft.com/office/drawing/2014/main" id="{A1DF8426-4ABA-55EE-A5EB-3AF735E81494}"/>
              </a:ext>
            </a:extLst>
          </p:cNvPr>
          <p:cNvSpPr/>
          <p:nvPr/>
        </p:nvSpPr>
        <p:spPr>
          <a:xfrm>
            <a:off x="6369109" y="3247600"/>
            <a:ext cx="5105400" cy="51054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AC5B692-7739-2154-0E71-B8746C6435A2}"/>
              </a:ext>
            </a:extLst>
          </p:cNvPr>
          <p:cNvCxnSpPr/>
          <p:nvPr/>
        </p:nvCxnSpPr>
        <p:spPr>
          <a:xfrm>
            <a:off x="6788209" y="7882702"/>
            <a:ext cx="44577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6BFBE54-6D07-4BBB-70D5-1FC027F5B9C2}"/>
              </a:ext>
            </a:extLst>
          </p:cNvPr>
          <p:cNvCxnSpPr/>
          <p:nvPr/>
        </p:nvCxnSpPr>
        <p:spPr>
          <a:xfrm flipV="1">
            <a:off x="6788209" y="3463102"/>
            <a:ext cx="0" cy="44196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763E6EAD-5F0D-D1B6-5335-48619D674946}"/>
              </a:ext>
            </a:extLst>
          </p:cNvPr>
          <p:cNvSpPr/>
          <p:nvPr/>
        </p:nvSpPr>
        <p:spPr>
          <a:xfrm>
            <a:off x="7128963" y="4214346"/>
            <a:ext cx="3676732" cy="3315797"/>
          </a:xfrm>
          <a:custGeom>
            <a:avLst/>
            <a:gdLst>
              <a:gd name="csX0" fmla="*/ 0 w 3676732"/>
              <a:gd name="csY0" fmla="*/ 3315797 h 3315797"/>
              <a:gd name="csX1" fmla="*/ 695459 w 3676732"/>
              <a:gd name="csY1" fmla="*/ 1847605 h 3315797"/>
              <a:gd name="csX2" fmla="*/ 2421228 w 3676732"/>
              <a:gd name="csY2" fmla="*/ 2465791 h 3315797"/>
              <a:gd name="csX3" fmla="*/ 3515932 w 3676732"/>
              <a:gd name="csY3" fmla="*/ 250625 h 3315797"/>
              <a:gd name="csX4" fmla="*/ 3670478 w 3676732"/>
              <a:gd name="csY4" fmla="*/ 31684 h 3315797"/>
              <a:gd name="csX5" fmla="*/ 3631842 w 3676732"/>
              <a:gd name="csY5" fmla="*/ 5926 h 33157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676732" h="3315797">
                <a:moveTo>
                  <a:pt x="0" y="3315797"/>
                </a:moveTo>
                <a:cubicBezTo>
                  <a:pt x="145960" y="2652535"/>
                  <a:pt x="291921" y="1989273"/>
                  <a:pt x="695459" y="1847605"/>
                </a:cubicBezTo>
                <a:cubicBezTo>
                  <a:pt x="1098997" y="1705937"/>
                  <a:pt x="1951149" y="2731954"/>
                  <a:pt x="2421228" y="2465791"/>
                </a:cubicBezTo>
                <a:cubicBezTo>
                  <a:pt x="2891307" y="2199628"/>
                  <a:pt x="3307724" y="656309"/>
                  <a:pt x="3515932" y="250625"/>
                </a:cubicBezTo>
                <a:cubicBezTo>
                  <a:pt x="3724140" y="-155060"/>
                  <a:pt x="3651160" y="72467"/>
                  <a:pt x="3670478" y="31684"/>
                </a:cubicBezTo>
                <a:cubicBezTo>
                  <a:pt x="3689796" y="-9099"/>
                  <a:pt x="3660819" y="-1587"/>
                  <a:pt x="3631842" y="5926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07C1BFB-8041-D75D-8445-83DDE582DFD7}"/>
                  </a:ext>
                </a:extLst>
              </p14:cNvPr>
              <p14:cNvContentPartPr/>
              <p14:nvPr/>
            </p14:nvContentPartPr>
            <p14:xfrm>
              <a:off x="7141896" y="7491618"/>
              <a:ext cx="360" cy="36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07C1BFB-8041-D75D-8445-83DDE582DFD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79256" y="74286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E6EAE242-0A5D-59DA-0E62-1C382CC84263}"/>
                  </a:ext>
                </a:extLst>
              </p14:cNvPr>
              <p14:cNvContentPartPr/>
              <p14:nvPr/>
            </p14:nvContentPartPr>
            <p14:xfrm>
              <a:off x="7013376" y="7001658"/>
              <a:ext cx="360" cy="36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E6EAE242-0A5D-59DA-0E62-1C382CC8426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50736" y="69390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FDF0993D-3467-1384-91FB-BB5F5EF8F4B0}"/>
                  </a:ext>
                </a:extLst>
              </p14:cNvPr>
              <p14:cNvContentPartPr/>
              <p14:nvPr/>
            </p14:nvContentPartPr>
            <p14:xfrm>
              <a:off x="7580016" y="6950538"/>
              <a:ext cx="360" cy="36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FDF0993D-3467-1384-91FB-BB5F5EF8F4B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17376" y="68878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A090A5A1-FD45-0E5F-902B-CB51A662F389}"/>
                  </a:ext>
                </a:extLst>
              </p14:cNvPr>
              <p14:cNvContentPartPr/>
              <p14:nvPr/>
            </p14:nvContentPartPr>
            <p14:xfrm>
              <a:off x="7167816" y="6499458"/>
              <a:ext cx="360" cy="36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A090A5A1-FD45-0E5F-902B-CB51A662F38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05176" y="643645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97444D06-1D73-465B-469D-01C48317CC84}"/>
                  </a:ext>
                </a:extLst>
              </p14:cNvPr>
              <p14:cNvContentPartPr/>
              <p14:nvPr/>
            </p14:nvContentPartPr>
            <p14:xfrm>
              <a:off x="7502616" y="6319458"/>
              <a:ext cx="360" cy="36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97444D06-1D73-465B-469D-01C48317CC8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39976" y="625645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385EB938-78B0-8E42-16D9-A9870A6FAC02}"/>
                  </a:ext>
                </a:extLst>
              </p14:cNvPr>
              <p14:cNvContentPartPr/>
              <p14:nvPr/>
            </p14:nvContentPartPr>
            <p14:xfrm>
              <a:off x="7400016" y="6036138"/>
              <a:ext cx="360" cy="36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385EB938-78B0-8E42-16D9-A9870A6FAC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37016" y="59731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29B8ADCF-E060-61DD-411D-FA7189D7D761}"/>
                  </a:ext>
                </a:extLst>
              </p14:cNvPr>
              <p14:cNvContentPartPr/>
              <p14:nvPr/>
            </p14:nvContentPartPr>
            <p14:xfrm>
              <a:off x="7811856" y="5804298"/>
              <a:ext cx="360" cy="36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29B8ADCF-E060-61DD-411D-FA7189D7D76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8856" y="574165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1A369164-47B5-9ADA-C34F-E9F3633E768C}"/>
                  </a:ext>
                </a:extLst>
              </p14:cNvPr>
              <p14:cNvContentPartPr/>
              <p14:nvPr/>
            </p14:nvContentPartPr>
            <p14:xfrm>
              <a:off x="7863336" y="6293538"/>
              <a:ext cx="360" cy="36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1A369164-47B5-9ADA-C34F-E9F3633E768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00696" y="62305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2FD442A3-9F88-19E2-4685-FDE9B71D6623}"/>
                  </a:ext>
                </a:extLst>
              </p14:cNvPr>
              <p14:cNvContentPartPr/>
              <p14:nvPr/>
            </p14:nvContentPartPr>
            <p14:xfrm>
              <a:off x="7915176" y="6744258"/>
              <a:ext cx="360" cy="36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2FD442A3-9F88-19E2-4685-FDE9B71D662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52176" y="66816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35CFEE59-37F9-AC98-9B57-C2AB27AB2351}"/>
                  </a:ext>
                </a:extLst>
              </p14:cNvPr>
              <p14:cNvContentPartPr/>
              <p14:nvPr/>
            </p14:nvContentPartPr>
            <p14:xfrm>
              <a:off x="8288496" y="6486858"/>
              <a:ext cx="2520" cy="36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35CFEE59-37F9-AC98-9B57-C2AB27AB235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225496" y="6423858"/>
                <a:ext cx="12816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76B94F7F-46E2-40A9-276C-FF54F675C525}"/>
                  </a:ext>
                </a:extLst>
              </p14:cNvPr>
              <p14:cNvContentPartPr/>
              <p14:nvPr/>
            </p14:nvContentPartPr>
            <p14:xfrm>
              <a:off x="8545896" y="6744258"/>
              <a:ext cx="360" cy="36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76B94F7F-46E2-40A9-276C-FF54F675C52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82896" y="66816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2DEEAE33-1877-E4DA-5636-D5919F5BC9F6}"/>
                  </a:ext>
                </a:extLst>
              </p14:cNvPr>
              <p14:cNvContentPartPr/>
              <p14:nvPr/>
            </p14:nvContentPartPr>
            <p14:xfrm>
              <a:off x="8314056" y="5906898"/>
              <a:ext cx="360" cy="36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2DEEAE33-1877-E4DA-5636-D5919F5BC9F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51416" y="584425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D884C488-33D7-BD82-BE1E-1D4FF194E282}"/>
                  </a:ext>
                </a:extLst>
              </p14:cNvPr>
              <p14:cNvContentPartPr/>
              <p14:nvPr/>
            </p14:nvContentPartPr>
            <p14:xfrm>
              <a:off x="8584776" y="6074658"/>
              <a:ext cx="2520" cy="3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D884C488-33D7-BD82-BE1E-1D4FF194E28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522136" y="6011658"/>
                <a:ext cx="12816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FA1B6B78-38AC-AC7B-CCAA-B96DDD2CC339}"/>
                  </a:ext>
                </a:extLst>
              </p14:cNvPr>
              <p14:cNvContentPartPr/>
              <p14:nvPr/>
            </p14:nvContentPartPr>
            <p14:xfrm>
              <a:off x="8597376" y="6435018"/>
              <a:ext cx="360" cy="36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FA1B6B78-38AC-AC7B-CCAA-B96DDD2CC33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34736" y="637237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62C792D9-05AE-3755-93B6-40B12348C34D}"/>
                  </a:ext>
                </a:extLst>
              </p14:cNvPr>
              <p14:cNvContentPartPr/>
              <p14:nvPr/>
            </p14:nvContentPartPr>
            <p14:xfrm>
              <a:off x="8018136" y="6072498"/>
              <a:ext cx="360" cy="25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62C792D9-05AE-3755-93B6-40B12348C34D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955496" y="6009498"/>
                <a:ext cx="126000" cy="12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92E3AD72-708A-B9F4-104B-A16A1CE722C0}"/>
                  </a:ext>
                </a:extLst>
              </p14:cNvPr>
              <p14:cNvContentPartPr/>
              <p14:nvPr/>
            </p14:nvContentPartPr>
            <p14:xfrm>
              <a:off x="9048096" y="6680178"/>
              <a:ext cx="360" cy="36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92E3AD72-708A-B9F4-104B-A16A1CE722C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85456" y="661717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E20B8681-654E-39E3-659B-4CE3E54020AF}"/>
                  </a:ext>
                </a:extLst>
              </p14:cNvPr>
              <p14:cNvContentPartPr/>
              <p14:nvPr/>
            </p14:nvContentPartPr>
            <p14:xfrm>
              <a:off x="8906616" y="6203538"/>
              <a:ext cx="360" cy="36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E20B8681-654E-39E3-659B-4CE3E54020A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843616" y="61405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C9E71A3-31D5-EF8A-4750-2B7C14187137}"/>
                  </a:ext>
                </a:extLst>
              </p14:cNvPr>
              <p14:cNvContentPartPr/>
              <p14:nvPr/>
            </p14:nvContentPartPr>
            <p14:xfrm>
              <a:off x="9241416" y="6370938"/>
              <a:ext cx="360" cy="36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C9E71A3-31D5-EF8A-4750-2B7C1418713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78776" y="63079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10DE1A44-2792-A190-8B45-FED6B046EBF5}"/>
                  </a:ext>
                </a:extLst>
              </p14:cNvPr>
              <p14:cNvContentPartPr/>
              <p14:nvPr/>
            </p14:nvContentPartPr>
            <p14:xfrm>
              <a:off x="9215496" y="7053498"/>
              <a:ext cx="2520" cy="36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10DE1A44-2792-A190-8B45-FED6B046EBF5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9152856" y="6990498"/>
                <a:ext cx="12816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493E8F9A-AA82-4C4E-2ED5-42E4CB0AE124}"/>
                  </a:ext>
                </a:extLst>
              </p14:cNvPr>
              <p14:cNvContentPartPr/>
              <p14:nvPr/>
            </p14:nvContentPartPr>
            <p14:xfrm>
              <a:off x="9782136" y="6937578"/>
              <a:ext cx="360" cy="3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493E8F9A-AA82-4C4E-2ED5-42E4CB0AE12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719496" y="687457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F35101AC-1BDA-16E2-AFC1-E240D41C6F65}"/>
                  </a:ext>
                </a:extLst>
              </p14:cNvPr>
              <p14:cNvContentPartPr/>
              <p14:nvPr/>
            </p14:nvContentPartPr>
            <p14:xfrm>
              <a:off x="10142856" y="6615738"/>
              <a:ext cx="360" cy="36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F35101AC-1BDA-16E2-AFC1-E240D41C6F6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080216" y="65530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8B5FFFE8-0DA7-3334-F33F-DCC7ED6F40C5}"/>
                  </a:ext>
                </a:extLst>
              </p14:cNvPr>
              <p14:cNvContentPartPr/>
              <p14:nvPr/>
            </p14:nvContentPartPr>
            <p14:xfrm>
              <a:off x="9576216" y="6654258"/>
              <a:ext cx="360" cy="36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8B5FFFE8-0DA7-3334-F33F-DCC7ED6F40C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513576" y="6591258"/>
                <a:ext cx="126000" cy="12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4" name="Group 123">
            <a:extLst>
              <a:ext uri="{FF2B5EF4-FFF2-40B4-BE49-F238E27FC236}">
                <a16:creationId xmlns:a16="http://schemas.microsoft.com/office/drawing/2014/main" id="{8E07B9A7-18AD-B45F-34D9-AD6068ABF214}"/>
              </a:ext>
            </a:extLst>
          </p:cNvPr>
          <p:cNvGrpSpPr/>
          <p:nvPr/>
        </p:nvGrpSpPr>
        <p:grpSpPr>
          <a:xfrm>
            <a:off x="9640656" y="6190218"/>
            <a:ext cx="232560" cy="116640"/>
            <a:chOff x="10586180" y="6194216"/>
            <a:chExt cx="232560" cy="11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8002E46-2DC6-65A6-2C15-8F944400D894}"/>
                    </a:ext>
                  </a:extLst>
                </p14:cNvPr>
                <p14:cNvContentPartPr/>
                <p14:nvPr/>
              </p14:nvContentPartPr>
              <p14:xfrm>
                <a:off x="10586180" y="6194216"/>
                <a:ext cx="360" cy="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8002E46-2DC6-65A6-2C15-8F944400D89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523180" y="6131576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8D72195-4D30-8E49-14C2-2439E07A8428}"/>
                    </a:ext>
                  </a:extLst>
                </p14:cNvPr>
                <p14:cNvContentPartPr/>
                <p14:nvPr/>
              </p14:nvContentPartPr>
              <p14:xfrm>
                <a:off x="10818380" y="6310496"/>
                <a:ext cx="360" cy="3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8D72195-4D30-8E49-14C2-2439E07A842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755380" y="6247856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FB496A4B-E66B-91F1-7D9B-07277057241C}"/>
                  </a:ext>
                </a:extLst>
              </p14:cNvPr>
              <p14:cNvContentPartPr/>
              <p14:nvPr/>
            </p14:nvContentPartPr>
            <p14:xfrm>
              <a:off x="10774296" y="4219938"/>
              <a:ext cx="360" cy="36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FB496A4B-E66B-91F1-7D9B-07277057241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11296" y="41569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4424F52F-FBEC-E373-838F-6E8BCEBA5965}"/>
                  </a:ext>
                </a:extLst>
              </p14:cNvPr>
              <p14:cNvContentPartPr/>
              <p14:nvPr/>
            </p14:nvContentPartPr>
            <p14:xfrm>
              <a:off x="10580976" y="4606578"/>
              <a:ext cx="360" cy="36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4424F52F-FBEC-E373-838F-6E8BCEBA596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518336" y="454357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4EE96D88-ED66-2DD1-81A3-8413F76B98F2}"/>
                  </a:ext>
                </a:extLst>
              </p14:cNvPr>
              <p14:cNvContentPartPr/>
              <p14:nvPr/>
            </p14:nvContentPartPr>
            <p14:xfrm>
              <a:off x="10271736" y="4799538"/>
              <a:ext cx="360" cy="360"/>
            </p14:xfrm>
          </p:contentPart>
        </mc:Choice>
        <mc:Fallback xmlns=""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4EE96D88-ED66-2DD1-81A3-8413F76B98F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09096" y="47368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C9FECCE8-F8B2-76D3-9313-7576D9CEB7E0}"/>
                  </a:ext>
                </a:extLst>
              </p14:cNvPr>
              <p14:cNvContentPartPr/>
              <p14:nvPr/>
            </p14:nvContentPartPr>
            <p14:xfrm>
              <a:off x="10439496" y="4219938"/>
              <a:ext cx="360" cy="360"/>
            </p14:xfrm>
          </p:contentPart>
        </mc:Choice>
        <mc:Fallback xmlns=""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C9FECCE8-F8B2-76D3-9313-7576D9CEB7E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6496" y="41569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65EDD681-AE63-F223-C4E8-5602F67E5660}"/>
                  </a:ext>
                </a:extLst>
              </p14:cNvPr>
              <p14:cNvContentPartPr/>
              <p14:nvPr/>
            </p14:nvContentPartPr>
            <p14:xfrm>
              <a:off x="10115136" y="5108778"/>
              <a:ext cx="2520" cy="360"/>
            </p14:xfrm>
          </p:contentPart>
        </mc:Choice>
        <mc:Fallback xmlns=""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65EDD681-AE63-F223-C4E8-5602F67E5660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10052136" y="5045778"/>
                <a:ext cx="12816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4FC6760A-7E42-F98C-FA5D-D71224711A5E}"/>
                  </a:ext>
                </a:extLst>
              </p14:cNvPr>
              <p14:cNvContentPartPr/>
              <p14:nvPr/>
            </p14:nvContentPartPr>
            <p14:xfrm>
              <a:off x="9872856" y="5636898"/>
              <a:ext cx="360" cy="360"/>
            </p14:xfrm>
          </p:contentPart>
        </mc:Choice>
        <mc:Fallback xmlns=""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4FC6760A-7E42-F98C-FA5D-D71224711A5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09856" y="55738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3A18FB00-06E7-2C8A-7759-73EEB5F52952}"/>
                  </a:ext>
                </a:extLst>
              </p14:cNvPr>
              <p14:cNvContentPartPr/>
              <p14:nvPr/>
            </p14:nvContentPartPr>
            <p14:xfrm>
              <a:off x="9769536" y="5997618"/>
              <a:ext cx="360" cy="36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3A18FB00-06E7-2C8A-7759-73EEB5F5295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706896" y="59346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F6602958-EBE9-C2D3-7A9F-1C6ED5AB76D4}"/>
                  </a:ext>
                </a:extLst>
              </p14:cNvPr>
              <p14:cNvContentPartPr/>
              <p14:nvPr/>
            </p14:nvContentPartPr>
            <p14:xfrm>
              <a:off x="10246176" y="6357618"/>
              <a:ext cx="360" cy="360"/>
            </p14:xfrm>
          </p:contentPart>
        </mc:Choice>
        <mc:Fallback xmlns=""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F6602958-EBE9-C2D3-7A9F-1C6ED5AB76D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183176" y="629497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7EC50CFC-7167-1940-4EBC-708D66594D9B}"/>
                  </a:ext>
                </a:extLst>
              </p14:cNvPr>
              <p14:cNvContentPartPr/>
              <p14:nvPr/>
            </p14:nvContentPartPr>
            <p14:xfrm>
              <a:off x="10246176" y="6059538"/>
              <a:ext cx="360" cy="2520"/>
            </p14:xfrm>
          </p:contentPart>
        </mc:Choice>
        <mc:Fallback xmlns=""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7EC50CFC-7167-1940-4EBC-708D66594D9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10183176" y="5996898"/>
                <a:ext cx="126000" cy="12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8B41366A-DED2-F532-782F-E1AF3813AF7C}"/>
                  </a:ext>
                </a:extLst>
              </p14:cNvPr>
              <p14:cNvContentPartPr/>
              <p14:nvPr/>
            </p14:nvContentPartPr>
            <p14:xfrm>
              <a:off x="10398096" y="5662818"/>
              <a:ext cx="2520" cy="360"/>
            </p14:xfrm>
          </p:contentPart>
        </mc:Choice>
        <mc:Fallback xmlns=""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8B41366A-DED2-F532-782F-E1AF3813AF7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35456" y="5599818"/>
                <a:ext cx="12816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CB99F400-1F85-6C53-C139-B610580AAFE6}"/>
                  </a:ext>
                </a:extLst>
              </p14:cNvPr>
              <p14:cNvContentPartPr/>
              <p14:nvPr/>
            </p14:nvContentPartPr>
            <p14:xfrm>
              <a:off x="10568016" y="5302098"/>
              <a:ext cx="360" cy="36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CB99F400-1F85-6C53-C139-B610580AAFE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505016" y="52390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6B5CB5F7-EDE5-E3F9-AF05-8E757194AC75}"/>
                  </a:ext>
                </a:extLst>
              </p14:cNvPr>
              <p14:cNvContentPartPr/>
              <p14:nvPr/>
            </p14:nvContentPartPr>
            <p14:xfrm>
              <a:off x="10748376" y="4953978"/>
              <a:ext cx="360" cy="36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6B5CB5F7-EDE5-E3F9-AF05-8E757194AC7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85736" y="489097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7B1ACC06-F24D-8740-D3CB-1B828FD1C9FF}"/>
                  </a:ext>
                </a:extLst>
              </p14:cNvPr>
              <p14:cNvContentPartPr/>
              <p14:nvPr/>
            </p14:nvContentPartPr>
            <p14:xfrm>
              <a:off x="10902816" y="4593618"/>
              <a:ext cx="360" cy="36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7B1ACC06-F24D-8740-D3CB-1B828FD1C9F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839816" y="453097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9D1BD0DB-8B91-3293-6D59-1BF7A0FF2C3C}"/>
                  </a:ext>
                </a:extLst>
              </p14:cNvPr>
              <p14:cNvContentPartPr/>
              <p14:nvPr/>
            </p14:nvContentPartPr>
            <p14:xfrm>
              <a:off x="10928376" y="5250258"/>
              <a:ext cx="360" cy="36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9D1BD0DB-8B91-3293-6D59-1BF7A0FF2C3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865736" y="51876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968B9CF4-7241-58C1-2426-E816F96E306F}"/>
                  </a:ext>
                </a:extLst>
              </p14:cNvPr>
              <p14:cNvContentPartPr/>
              <p14:nvPr/>
            </p14:nvContentPartPr>
            <p14:xfrm>
              <a:off x="10052856" y="4580658"/>
              <a:ext cx="360" cy="36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968B9CF4-7241-58C1-2426-E816F96E306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989856" y="451765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1FE1FE0-A1EC-141F-501C-587D0CB6CD89}"/>
                  </a:ext>
                </a:extLst>
              </p14:cNvPr>
              <p14:cNvContentPartPr/>
              <p14:nvPr/>
            </p14:nvContentPartPr>
            <p14:xfrm>
              <a:off x="9718056" y="5418018"/>
              <a:ext cx="360" cy="36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1FE1FE0-A1EC-141F-501C-587D0CB6CD8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655056" y="53550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67D9DCFD-9C68-CC2E-7E85-5D32FAC957CE}"/>
                  </a:ext>
                </a:extLst>
              </p14:cNvPr>
              <p14:cNvContentPartPr/>
              <p14:nvPr/>
            </p14:nvContentPartPr>
            <p14:xfrm>
              <a:off x="9331416" y="5997618"/>
              <a:ext cx="360" cy="3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67D9DCFD-9C68-CC2E-7E85-5D32FAC957C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68776" y="59346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2DD245C8-BFE4-9D36-CACB-CA89D875B7CB}"/>
                  </a:ext>
                </a:extLst>
              </p14:cNvPr>
              <p14:cNvContentPartPr/>
              <p14:nvPr/>
            </p14:nvContentPartPr>
            <p14:xfrm>
              <a:off x="8623296" y="7025418"/>
              <a:ext cx="360" cy="252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2DD245C8-BFE4-9D36-CACB-CA89D875B7C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560296" y="6962418"/>
                <a:ext cx="126000" cy="12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6102B67C-EE71-01FF-5B4C-6E02C04B3A2E}"/>
                  </a:ext>
                </a:extLst>
              </p14:cNvPr>
              <p14:cNvContentPartPr/>
              <p14:nvPr/>
            </p14:nvContentPartPr>
            <p14:xfrm>
              <a:off x="9498816" y="7066458"/>
              <a:ext cx="360" cy="36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6102B67C-EE71-01FF-5B4C-6E02C04B3A2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36176" y="70038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F81FB3EE-4647-044B-0978-5EA598C88CC7}"/>
                  </a:ext>
                </a:extLst>
              </p14:cNvPr>
              <p14:cNvContentPartPr/>
              <p14:nvPr/>
            </p14:nvContentPartPr>
            <p14:xfrm>
              <a:off x="9524736" y="5700978"/>
              <a:ext cx="360" cy="36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F81FB3EE-4647-044B-0978-5EA598C88C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61736" y="56383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2BDD6B85-C117-1743-7A1D-CE1982101D88}"/>
                  </a:ext>
                </a:extLst>
              </p14:cNvPr>
              <p14:cNvContentPartPr/>
              <p14:nvPr/>
            </p14:nvContentPartPr>
            <p14:xfrm>
              <a:off x="9911376" y="4992858"/>
              <a:ext cx="360" cy="3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2BDD6B85-C117-1743-7A1D-CE1982101D8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48376" y="49302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E48D35B0-9488-1CE6-3F0D-D6D9FB9199A5}"/>
                  </a:ext>
                </a:extLst>
              </p14:cNvPr>
              <p14:cNvContentPartPr/>
              <p14:nvPr/>
            </p14:nvContentPartPr>
            <p14:xfrm>
              <a:off x="7425936" y="7284978"/>
              <a:ext cx="360" cy="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E48D35B0-9488-1CE6-3F0D-D6D9FB9199A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62936" y="7222338"/>
                <a:ext cx="126000" cy="126000"/>
              </a:xfrm>
              <a:prstGeom prst="rect">
                <a:avLst/>
              </a:prstGeom>
            </p:spPr>
          </p:pic>
        </mc:Fallback>
      </mc:AlternateContent>
      <p:sp>
        <p:nvSpPr>
          <p:cNvPr id="147" name="Rectangle 146">
            <a:extLst>
              <a:ext uri="{FF2B5EF4-FFF2-40B4-BE49-F238E27FC236}">
                <a16:creationId xmlns:a16="http://schemas.microsoft.com/office/drawing/2014/main" id="{36B96A3F-2A0E-E6B8-3597-896DD07EC8FA}"/>
              </a:ext>
            </a:extLst>
          </p:cNvPr>
          <p:cNvSpPr/>
          <p:nvPr/>
        </p:nvSpPr>
        <p:spPr>
          <a:xfrm>
            <a:off x="11837770" y="3251598"/>
            <a:ext cx="5105400" cy="51054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71A1A547-D69B-4A8E-1078-3D7F8B986C2C}"/>
              </a:ext>
            </a:extLst>
          </p:cNvPr>
          <p:cNvCxnSpPr/>
          <p:nvPr/>
        </p:nvCxnSpPr>
        <p:spPr>
          <a:xfrm>
            <a:off x="12256870" y="7886700"/>
            <a:ext cx="44577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0FCF70DA-E26E-0F23-0B87-01C1BAB0C48F}"/>
              </a:ext>
            </a:extLst>
          </p:cNvPr>
          <p:cNvCxnSpPr/>
          <p:nvPr/>
        </p:nvCxnSpPr>
        <p:spPr>
          <a:xfrm flipV="1">
            <a:off x="12256870" y="3467100"/>
            <a:ext cx="0" cy="44196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5D4E1006-D1B0-66BF-BBC4-9CA8BA9F19F4}"/>
              </a:ext>
            </a:extLst>
          </p:cNvPr>
          <p:cNvSpPr/>
          <p:nvPr/>
        </p:nvSpPr>
        <p:spPr>
          <a:xfrm>
            <a:off x="12597624" y="4218344"/>
            <a:ext cx="3676732" cy="3315797"/>
          </a:xfrm>
          <a:custGeom>
            <a:avLst/>
            <a:gdLst>
              <a:gd name="csX0" fmla="*/ 0 w 3676732"/>
              <a:gd name="csY0" fmla="*/ 3315797 h 3315797"/>
              <a:gd name="csX1" fmla="*/ 695459 w 3676732"/>
              <a:gd name="csY1" fmla="*/ 1847605 h 3315797"/>
              <a:gd name="csX2" fmla="*/ 2421228 w 3676732"/>
              <a:gd name="csY2" fmla="*/ 2465791 h 3315797"/>
              <a:gd name="csX3" fmla="*/ 3515932 w 3676732"/>
              <a:gd name="csY3" fmla="*/ 250625 h 3315797"/>
              <a:gd name="csX4" fmla="*/ 3670478 w 3676732"/>
              <a:gd name="csY4" fmla="*/ 31684 h 3315797"/>
              <a:gd name="csX5" fmla="*/ 3631842 w 3676732"/>
              <a:gd name="csY5" fmla="*/ 5926 h 33157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676732" h="3315797">
                <a:moveTo>
                  <a:pt x="0" y="3315797"/>
                </a:moveTo>
                <a:cubicBezTo>
                  <a:pt x="145960" y="2652535"/>
                  <a:pt x="291921" y="1989273"/>
                  <a:pt x="695459" y="1847605"/>
                </a:cubicBezTo>
                <a:cubicBezTo>
                  <a:pt x="1098997" y="1705937"/>
                  <a:pt x="1951149" y="2731954"/>
                  <a:pt x="2421228" y="2465791"/>
                </a:cubicBezTo>
                <a:cubicBezTo>
                  <a:pt x="2891307" y="2199628"/>
                  <a:pt x="3307724" y="656309"/>
                  <a:pt x="3515932" y="250625"/>
                </a:cubicBezTo>
                <a:cubicBezTo>
                  <a:pt x="3724140" y="-155060"/>
                  <a:pt x="3651160" y="72467"/>
                  <a:pt x="3670478" y="31684"/>
                </a:cubicBezTo>
                <a:cubicBezTo>
                  <a:pt x="3689796" y="-9099"/>
                  <a:pt x="3660819" y="-1587"/>
                  <a:pt x="3631842" y="5926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C0CF0915-8EAB-4505-73C3-DC5E22DE525D}"/>
                  </a:ext>
                </a:extLst>
              </p14:cNvPr>
              <p14:cNvContentPartPr/>
              <p14:nvPr/>
            </p14:nvContentPartPr>
            <p14:xfrm>
              <a:off x="12610557" y="7495616"/>
              <a:ext cx="360" cy="36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C0CF0915-8EAB-4505-73C3-DC5E22DE525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547917" y="7432616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288E0EB8-17F5-5BBD-6805-8FACA4E11C59}"/>
                  </a:ext>
                </a:extLst>
              </p14:cNvPr>
              <p14:cNvContentPartPr/>
              <p14:nvPr/>
            </p14:nvContentPartPr>
            <p14:xfrm>
              <a:off x="12971277" y="6323456"/>
              <a:ext cx="360" cy="36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288E0EB8-17F5-5BBD-6805-8FACA4E11C5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908637" y="6260456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1C63B056-E9F3-6700-E5EE-A4D6F5B0D73F}"/>
                  </a:ext>
                </a:extLst>
              </p14:cNvPr>
              <p14:cNvContentPartPr/>
              <p14:nvPr/>
            </p14:nvContentPartPr>
            <p14:xfrm>
              <a:off x="13280517" y="5808296"/>
              <a:ext cx="360" cy="36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1C63B056-E9F3-6700-E5EE-A4D6F5B0D73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217517" y="5745656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4A56E618-1C55-CF97-3E90-2D97731446B3}"/>
                  </a:ext>
                </a:extLst>
              </p14:cNvPr>
              <p14:cNvContentPartPr/>
              <p14:nvPr/>
            </p14:nvContentPartPr>
            <p14:xfrm>
              <a:off x="13331997" y="6297536"/>
              <a:ext cx="360" cy="360"/>
            </p14:xfrm>
          </p:contentPart>
        </mc:Choice>
        <mc:Fallback xmlns=""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4A56E618-1C55-CF97-3E90-2D97731446B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269357" y="6234536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584C5C3A-4E15-7902-6C06-38EC80D86AF2}"/>
                  </a:ext>
                </a:extLst>
              </p14:cNvPr>
              <p14:cNvContentPartPr/>
              <p14:nvPr/>
            </p14:nvContentPartPr>
            <p14:xfrm>
              <a:off x="14066037" y="6439016"/>
              <a:ext cx="360" cy="36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584C5C3A-4E15-7902-6C06-38EC80D86AF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003397" y="6376376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B18D8726-13FF-2B52-5539-33EF9495A0F2}"/>
                  </a:ext>
                </a:extLst>
              </p14:cNvPr>
              <p14:cNvContentPartPr/>
              <p14:nvPr/>
            </p14:nvContentPartPr>
            <p14:xfrm>
              <a:off x="13486797" y="6076496"/>
              <a:ext cx="360" cy="252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B18D8726-13FF-2B52-5539-33EF9495A0F2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13424157" y="6013496"/>
                <a:ext cx="126000" cy="12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9A19D6BD-9361-6486-BB64-4C08627A6AEA}"/>
                  </a:ext>
                </a:extLst>
              </p14:cNvPr>
              <p14:cNvContentPartPr/>
              <p14:nvPr/>
            </p14:nvContentPartPr>
            <p14:xfrm>
              <a:off x="14516757" y="6684176"/>
              <a:ext cx="360" cy="36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9A19D6BD-9361-6486-BB64-4C08627A6AE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454117" y="6621176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2AE2D2EA-4387-4C76-0798-6BCC47DBC916}"/>
                  </a:ext>
                </a:extLst>
              </p14:cNvPr>
              <p14:cNvContentPartPr/>
              <p14:nvPr/>
            </p14:nvContentPartPr>
            <p14:xfrm>
              <a:off x="15044877" y="6658256"/>
              <a:ext cx="360" cy="36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2AE2D2EA-4387-4C76-0798-6BCC47DBC9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982237" y="6595256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7392708A-EDDC-2DA5-5E36-5EAB51983FE5}"/>
                  </a:ext>
                </a:extLst>
              </p14:cNvPr>
              <p14:cNvContentPartPr/>
              <p14:nvPr/>
            </p14:nvContentPartPr>
            <p14:xfrm>
              <a:off x="15341517" y="6310496"/>
              <a:ext cx="360" cy="36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7392708A-EDDC-2DA5-5E36-5EAB51983F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78517" y="6247856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07A4FA6F-7ACD-EA58-34F3-3CBB1A3C17A6}"/>
                  </a:ext>
                </a:extLst>
              </p14:cNvPr>
              <p14:cNvContentPartPr/>
              <p14:nvPr/>
            </p14:nvContentPartPr>
            <p14:xfrm>
              <a:off x="16242957" y="4223936"/>
              <a:ext cx="360" cy="36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07A4FA6F-7ACD-EA58-34F3-3CBB1A3C17A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179957" y="4160936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D8267A1A-208B-3B14-AB24-65CFAEF0EBEA}"/>
                  </a:ext>
                </a:extLst>
              </p14:cNvPr>
              <p14:cNvContentPartPr/>
              <p14:nvPr/>
            </p14:nvContentPartPr>
            <p14:xfrm>
              <a:off x="16049637" y="4610576"/>
              <a:ext cx="360" cy="36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D8267A1A-208B-3B14-AB24-65CFAEF0EBE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986997" y="4547576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90E64393-A878-E059-1467-F305ADE6682B}"/>
                  </a:ext>
                </a:extLst>
              </p14:cNvPr>
              <p14:cNvContentPartPr/>
              <p14:nvPr/>
            </p14:nvContentPartPr>
            <p14:xfrm>
              <a:off x="12693096" y="7208298"/>
              <a:ext cx="360" cy="36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90E64393-A878-E059-1467-F305ADE6682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30096" y="71452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684BDBB2-EE4C-8B31-094B-47B0D866F7CF}"/>
                  </a:ext>
                </a:extLst>
              </p14:cNvPr>
              <p14:cNvContentPartPr/>
              <p14:nvPr/>
            </p14:nvContentPartPr>
            <p14:xfrm>
              <a:off x="12783096" y="6847578"/>
              <a:ext cx="360" cy="360"/>
            </p14:xfrm>
          </p:contentPart>
        </mc:Choice>
        <mc:Fallback xmlns=""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684BDBB2-EE4C-8B31-094B-47B0D866F7C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720096" y="678457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200" name="Ink 199">
                <a:extLst>
                  <a:ext uri="{FF2B5EF4-FFF2-40B4-BE49-F238E27FC236}">
                    <a16:creationId xmlns:a16="http://schemas.microsoft.com/office/drawing/2014/main" id="{D04DD20F-D16A-22EC-1D96-4B61B079EE7F}"/>
                  </a:ext>
                </a:extLst>
              </p14:cNvPr>
              <p14:cNvContentPartPr/>
              <p14:nvPr/>
            </p14:nvContentPartPr>
            <p14:xfrm>
              <a:off x="12705696" y="6460938"/>
              <a:ext cx="360" cy="360"/>
            </p14:xfrm>
          </p:contentPart>
        </mc:Choice>
        <mc:Fallback xmlns="">
          <p:pic>
            <p:nvPicPr>
              <p:cNvPr id="200" name="Ink 199">
                <a:extLst>
                  <a:ext uri="{FF2B5EF4-FFF2-40B4-BE49-F238E27FC236}">
                    <a16:creationId xmlns:a16="http://schemas.microsoft.com/office/drawing/2014/main" id="{D04DD20F-D16A-22EC-1D96-4B61B079EE7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3056" y="63982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24C605AD-2EF1-C42E-4D64-F7CE7F6498A4}"/>
                  </a:ext>
                </a:extLst>
              </p14:cNvPr>
              <p14:cNvContentPartPr/>
              <p14:nvPr/>
            </p14:nvContentPartPr>
            <p14:xfrm>
              <a:off x="13156416" y="6615738"/>
              <a:ext cx="360" cy="36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24C605AD-2EF1-C42E-4D64-F7CE7F6498A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093776" y="65530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C0AF77B7-0437-1204-B5DB-68421D3BF814}"/>
                  </a:ext>
                </a:extLst>
              </p14:cNvPr>
              <p14:cNvContentPartPr/>
              <p14:nvPr/>
            </p14:nvContentPartPr>
            <p14:xfrm>
              <a:off x="13131216" y="6126138"/>
              <a:ext cx="360" cy="360"/>
            </p14:xfrm>
          </p:contentPart>
        </mc:Choice>
        <mc:Fallback xmlns=""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C0AF77B7-0437-1204-B5DB-68421D3BF81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068216" y="606313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0C87644A-91E0-EB83-DFEF-627F00AB566A}"/>
                  </a:ext>
                </a:extLst>
              </p14:cNvPr>
              <p14:cNvContentPartPr/>
              <p14:nvPr/>
            </p14:nvContentPartPr>
            <p14:xfrm>
              <a:off x="13826376" y="6190218"/>
              <a:ext cx="360" cy="360"/>
            </p14:xfrm>
          </p:contentPart>
        </mc:Choice>
        <mc:Fallback xmlns=""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0C87644A-91E0-EB83-DFEF-627F00AB566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763376" y="612757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9C07E8D8-4461-C899-E04C-2C4128A6F2E6}"/>
                  </a:ext>
                </a:extLst>
              </p14:cNvPr>
              <p14:cNvContentPartPr/>
              <p14:nvPr/>
            </p14:nvContentPartPr>
            <p14:xfrm>
              <a:off x="14779296" y="6718338"/>
              <a:ext cx="360" cy="36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9C07E8D8-4461-C899-E04C-2C4128A6F2E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716656" y="665569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D44A2D58-020E-B418-EC15-BD24C802CCC6}"/>
                  </a:ext>
                </a:extLst>
              </p14:cNvPr>
              <p14:cNvContentPartPr/>
              <p14:nvPr/>
            </p14:nvContentPartPr>
            <p14:xfrm>
              <a:off x="15513336" y="5984298"/>
              <a:ext cx="360" cy="360"/>
            </p14:xfrm>
          </p:contentPart>
        </mc:Choice>
        <mc:Fallback xmlns=""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D44A2D58-020E-B418-EC15-BD24C802CCC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50336" y="592165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33777656-6119-D97A-B5B4-4CF8695E73D8}"/>
                  </a:ext>
                </a:extLst>
              </p14:cNvPr>
              <p14:cNvContentPartPr/>
              <p14:nvPr/>
            </p14:nvContentPartPr>
            <p14:xfrm>
              <a:off x="15719616" y="5508018"/>
              <a:ext cx="360" cy="360"/>
            </p14:xfrm>
          </p:contentPart>
        </mc:Choice>
        <mc:Fallback xmlns=""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33777656-6119-D97A-B5B4-4CF8695E73D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56976" y="54450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B76C2D71-711C-C8F5-DBCE-4FAA9B2DF10E}"/>
                  </a:ext>
                </a:extLst>
              </p14:cNvPr>
              <p14:cNvContentPartPr/>
              <p14:nvPr/>
            </p14:nvContentPartPr>
            <p14:xfrm>
              <a:off x="15977376" y="4889538"/>
              <a:ext cx="360" cy="36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B76C2D71-711C-C8F5-DBCE-4FAA9B2DF10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914376" y="4826898"/>
                <a:ext cx="126000" cy="12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0" name="Group 209">
            <a:extLst>
              <a:ext uri="{FF2B5EF4-FFF2-40B4-BE49-F238E27FC236}">
                <a16:creationId xmlns:a16="http://schemas.microsoft.com/office/drawing/2014/main" id="{2494EDC0-9B7B-A497-23D3-089B94047C1C}"/>
              </a:ext>
            </a:extLst>
          </p:cNvPr>
          <p:cNvGrpSpPr/>
          <p:nvPr/>
        </p:nvGrpSpPr>
        <p:grpSpPr>
          <a:xfrm>
            <a:off x="15616656" y="5134698"/>
            <a:ext cx="245160" cy="103320"/>
            <a:chOff x="16562180" y="5138696"/>
            <a:chExt cx="245160" cy="10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520E9F1-D8C3-2DE6-D5D2-1AEF988B7A79}"/>
                    </a:ext>
                  </a:extLst>
                </p14:cNvPr>
                <p14:cNvContentPartPr/>
                <p14:nvPr/>
              </p14:nvContentPartPr>
              <p14:xfrm>
                <a:off x="16806980" y="5138696"/>
                <a:ext cx="360" cy="3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520E9F1-D8C3-2DE6-D5D2-1AEF988B7A7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743980" y="5075696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2B0D62D6-0B80-C8C1-B87E-F5A38D7D21C9}"/>
                    </a:ext>
                  </a:extLst>
                </p14:cNvPr>
                <p14:cNvContentPartPr/>
                <p14:nvPr/>
              </p14:nvContentPartPr>
              <p14:xfrm>
                <a:off x="16562180" y="5241656"/>
                <a:ext cx="360" cy="3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2B0D62D6-0B80-C8C1-B87E-F5A38D7D21C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499180" y="5179016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88BFED62-5B4D-7F23-18FC-D3845CDC8A0C}"/>
                  </a:ext>
                </a:extLst>
              </p14:cNvPr>
              <p14:cNvContentPartPr/>
              <p14:nvPr/>
            </p14:nvContentPartPr>
            <p14:xfrm>
              <a:off x="15036696" y="6409458"/>
              <a:ext cx="360" cy="360"/>
            </p14:xfrm>
          </p:contentPart>
        </mc:Choice>
        <mc:Fallback xmlns=""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88BFED62-5B4D-7F23-18FC-D3845CDC8A0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974056" y="634645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39668360-656A-C624-87F5-180FA366FA53}"/>
                  </a:ext>
                </a:extLst>
              </p14:cNvPr>
              <p14:cNvContentPartPr/>
              <p14:nvPr/>
            </p14:nvContentPartPr>
            <p14:xfrm>
              <a:off x="14521896" y="6435018"/>
              <a:ext cx="360" cy="3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39668360-656A-C624-87F5-180FA366FA5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458896" y="637237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BA033AFB-5D59-5693-4A4A-62A08B13EC9B}"/>
                  </a:ext>
                </a:extLst>
              </p14:cNvPr>
              <p14:cNvContentPartPr/>
              <p14:nvPr/>
            </p14:nvContentPartPr>
            <p14:xfrm>
              <a:off x="14186736" y="6666858"/>
              <a:ext cx="360" cy="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BA033AFB-5D59-5693-4A4A-62A08B13EC9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124096" y="660421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1">
            <p14:nvContentPartPr>
              <p14:cNvPr id="214" name="Ink 213">
                <a:extLst>
                  <a:ext uri="{FF2B5EF4-FFF2-40B4-BE49-F238E27FC236}">
                    <a16:creationId xmlns:a16="http://schemas.microsoft.com/office/drawing/2014/main" id="{C12CF32E-E8FC-DE3B-3CAE-D39FBA62C530}"/>
                  </a:ext>
                </a:extLst>
              </p14:cNvPr>
              <p14:cNvContentPartPr/>
              <p14:nvPr/>
            </p14:nvContentPartPr>
            <p14:xfrm>
              <a:off x="13620456" y="6332418"/>
              <a:ext cx="360" cy="360"/>
            </p14:xfrm>
          </p:contentPart>
        </mc:Choice>
        <mc:Fallback xmlns="">
          <p:pic>
            <p:nvPicPr>
              <p:cNvPr id="214" name="Ink 213">
                <a:extLst>
                  <a:ext uri="{FF2B5EF4-FFF2-40B4-BE49-F238E27FC236}">
                    <a16:creationId xmlns:a16="http://schemas.microsoft.com/office/drawing/2014/main" id="{C12CF32E-E8FC-DE3B-3CAE-D39FBA62C53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57456" y="626977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0ABD4BA6-EF79-E482-F087-CBCB34D274A2}"/>
                  </a:ext>
                </a:extLst>
              </p14:cNvPr>
              <p14:cNvContentPartPr/>
              <p14:nvPr/>
            </p14:nvContentPartPr>
            <p14:xfrm>
              <a:off x="15771456" y="5816898"/>
              <a:ext cx="360" cy="360"/>
            </p14:xfrm>
          </p:contentPart>
        </mc:Choice>
        <mc:Fallback xmlns=""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0ABD4BA6-EF79-E482-F087-CBCB34D274A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708456" y="5754258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3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BB5351D2-68B5-785B-6E90-E75B0198139D}"/>
                  </a:ext>
                </a:extLst>
              </p14:cNvPr>
              <p14:cNvContentPartPr/>
              <p14:nvPr/>
            </p14:nvContentPartPr>
            <p14:xfrm>
              <a:off x="15526656" y="5634738"/>
              <a:ext cx="360" cy="252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BB5351D2-68B5-785B-6E90-E75B0198139D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15463656" y="5571738"/>
                <a:ext cx="126000" cy="128160"/>
              </a:xfrm>
              <a:prstGeom prst="rect">
                <a:avLst/>
              </a:prstGeom>
            </p:spPr>
          </p:pic>
        </mc:Fallback>
      </mc:AlternateContent>
      <p:sp>
        <p:nvSpPr>
          <p:cNvPr id="217" name="TextBox 9">
            <a:extLst>
              <a:ext uri="{FF2B5EF4-FFF2-40B4-BE49-F238E27FC236}">
                <a16:creationId xmlns:a16="http://schemas.microsoft.com/office/drawing/2014/main" id="{C4FBD147-1FD1-2240-9050-8A2FA4AC9D43}"/>
              </a:ext>
            </a:extLst>
          </p:cNvPr>
          <p:cNvSpPr txBox="1"/>
          <p:nvPr/>
        </p:nvSpPr>
        <p:spPr>
          <a:xfrm>
            <a:off x="2493033" y="8422873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Underfit</a:t>
            </a:r>
          </a:p>
        </p:txBody>
      </p:sp>
      <p:sp>
        <p:nvSpPr>
          <p:cNvPr id="218" name="TextBox 9">
            <a:extLst>
              <a:ext uri="{FF2B5EF4-FFF2-40B4-BE49-F238E27FC236}">
                <a16:creationId xmlns:a16="http://schemas.microsoft.com/office/drawing/2014/main" id="{D4A950E5-7D95-EB5D-6F14-2ACB11162BAC}"/>
              </a:ext>
            </a:extLst>
          </p:cNvPr>
          <p:cNvSpPr txBox="1"/>
          <p:nvPr/>
        </p:nvSpPr>
        <p:spPr>
          <a:xfrm>
            <a:off x="8532804" y="8496889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Balanced</a:t>
            </a:r>
          </a:p>
        </p:txBody>
      </p:sp>
      <p:sp>
        <p:nvSpPr>
          <p:cNvPr id="219" name="TextBox 9">
            <a:extLst>
              <a:ext uri="{FF2B5EF4-FFF2-40B4-BE49-F238E27FC236}">
                <a16:creationId xmlns:a16="http://schemas.microsoft.com/office/drawing/2014/main" id="{34569184-3208-589A-7897-F862C473B828}"/>
              </a:ext>
            </a:extLst>
          </p:cNvPr>
          <p:cNvSpPr txBox="1"/>
          <p:nvPr/>
        </p:nvSpPr>
        <p:spPr>
          <a:xfrm>
            <a:off x="13763642" y="8492302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Overfit</a:t>
            </a:r>
          </a:p>
        </p:txBody>
      </p:sp>
    </p:spTree>
    <p:extLst>
      <p:ext uri="{BB962C8B-B14F-4D97-AF65-F5344CB8AC3E}">
        <p14:creationId xmlns:p14="http://schemas.microsoft.com/office/powerpoint/2010/main" val="5425561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B0120-5657-323B-2755-C757C6D0A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41AC2826-829B-9CC9-B213-D39B66A79649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BFA272-EF7D-5477-1A8D-5CE1D6D75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38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534C36C3-C6E9-4907-378A-82C04C1451B4}"/>
              </a:ext>
            </a:extLst>
          </p:cNvPr>
          <p:cNvSpPr txBox="1"/>
          <p:nvPr/>
        </p:nvSpPr>
        <p:spPr>
          <a:xfrm>
            <a:off x="838200" y="378915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Dictionary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7F62FDF7-4FD9-70EF-DB05-64BB5E1602C6}"/>
              </a:ext>
            </a:extLst>
          </p:cNvPr>
          <p:cNvSpPr txBox="1"/>
          <p:nvPr/>
        </p:nvSpPr>
        <p:spPr>
          <a:xfrm>
            <a:off x="820782" y="1257300"/>
            <a:ext cx="13428617" cy="13542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88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Testing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24D36B6-77AF-0DC1-23C7-71C8C94C60A6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ED0C12-0820-0E6E-5428-062AB07A4D3C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9">
            <a:extLst>
              <a:ext uri="{FF2B5EF4-FFF2-40B4-BE49-F238E27FC236}">
                <a16:creationId xmlns:a16="http://schemas.microsoft.com/office/drawing/2014/main" id="{6503B917-0A70-3364-BE26-0344D6C370AD}"/>
              </a:ext>
            </a:extLst>
          </p:cNvPr>
          <p:cNvSpPr txBox="1"/>
          <p:nvPr/>
        </p:nvSpPr>
        <p:spPr>
          <a:xfrm>
            <a:off x="914400" y="3276635"/>
            <a:ext cx="13716000" cy="51008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Core Idea: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moment of truth where we evaluate the model on data it has never seen before.</a:t>
            </a:r>
          </a:p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Analogy: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 student taking a final exam. If they studied by memorizing the textbook (Training Data) but fail the new questions on the exam (Test Data), they didn't truly learn.</a:t>
            </a:r>
          </a:p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Goal (Generalization):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To ensure the model isn't just repeating old answers but can actually solve New Problems.</a:t>
            </a:r>
          </a:p>
        </p:txBody>
      </p:sp>
    </p:spTree>
    <p:extLst>
      <p:ext uri="{BB962C8B-B14F-4D97-AF65-F5344CB8AC3E}">
        <p14:creationId xmlns:p14="http://schemas.microsoft.com/office/powerpoint/2010/main" val="22770959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62835-A683-3CAD-9534-A8958EDBA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03319EC1-BEA4-5EA0-4436-17FEC427CFEF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B76197-5AAB-D70B-A6BF-39B7DE7BF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39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44A8EDC7-CF5B-29C5-2F5E-C884C27EF171}"/>
              </a:ext>
            </a:extLst>
          </p:cNvPr>
          <p:cNvSpPr txBox="1"/>
          <p:nvPr/>
        </p:nvSpPr>
        <p:spPr>
          <a:xfrm>
            <a:off x="838200" y="378915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Dictionary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21C43F71-FCC6-D5B6-7806-C476008C15D7}"/>
              </a:ext>
            </a:extLst>
          </p:cNvPr>
          <p:cNvSpPr txBox="1"/>
          <p:nvPr/>
        </p:nvSpPr>
        <p:spPr>
          <a:xfrm>
            <a:off x="820782" y="1257300"/>
            <a:ext cx="13428617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Evaluation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D7A428-1411-AEF2-1E2D-80F436DAC71C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7D56E0-02F8-EAE0-49FA-8DB553F2076C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16E9B738-E1EA-D739-8135-DDF0D4C20A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1234613"/>
              </p:ext>
            </p:extLst>
          </p:nvPr>
        </p:nvGraphicFramePr>
        <p:xfrm>
          <a:off x="1753673" y="2536880"/>
          <a:ext cx="11963400" cy="70262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379473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10710-A316-29BE-24F5-455BBAE13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20DB13C2-75BD-360F-81EF-AB5A7B890190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7DF848-A99E-D3E9-4C85-CB5A81D1F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40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E8A7CA5D-2A62-0953-9621-7A5A69EDA8B7}"/>
              </a:ext>
            </a:extLst>
          </p:cNvPr>
          <p:cNvSpPr txBox="1"/>
          <p:nvPr/>
        </p:nvSpPr>
        <p:spPr>
          <a:xfrm>
            <a:off x="838200" y="378915"/>
            <a:ext cx="28194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Dictionary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C9258EA1-9A58-837F-8575-A8D7A6BBA95C}"/>
              </a:ext>
            </a:extLst>
          </p:cNvPr>
          <p:cNvSpPr txBox="1"/>
          <p:nvPr/>
        </p:nvSpPr>
        <p:spPr>
          <a:xfrm>
            <a:off x="820782" y="1257300"/>
            <a:ext cx="13428617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Inference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4A0AAF3-2D84-3F25-3038-87FE804830F3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0BEE42-D1D9-FCCE-227A-CF8AE056F87E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9">
            <a:extLst>
              <a:ext uri="{FF2B5EF4-FFF2-40B4-BE49-F238E27FC236}">
                <a16:creationId xmlns:a16="http://schemas.microsoft.com/office/drawing/2014/main" id="{29783824-FFED-E1C6-7DA6-18850BA7A934}"/>
              </a:ext>
            </a:extLst>
          </p:cNvPr>
          <p:cNvSpPr txBox="1"/>
          <p:nvPr/>
        </p:nvSpPr>
        <p:spPr>
          <a:xfrm>
            <a:off x="914400" y="3276635"/>
            <a:ext cx="13716000" cy="51008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Core Idea: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Once the model passes the test, we stop "teaching" it and start "using" it. This phase is called Inference.</a:t>
            </a:r>
          </a:p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Analogy: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student graduates and gets a job. They are no longer checking an answer key; they are solving real-world problems for customers.</a:t>
            </a:r>
          </a:p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gradFill>
                  <a:gsLst>
                    <a:gs pos="0">
                      <a:srgbClr val="2B98E9"/>
                    </a:gs>
                    <a:gs pos="100000">
                      <a:srgbClr val="00FFCC"/>
                    </a:gs>
                  </a:gsLst>
                  <a:lin ang="0" scaled="1"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The Goal (Generalization):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You feed the model live data (without labels), and it gives you the prediction.</a:t>
            </a:r>
          </a:p>
        </p:txBody>
      </p:sp>
    </p:spTree>
    <p:extLst>
      <p:ext uri="{BB962C8B-B14F-4D97-AF65-F5344CB8AC3E}">
        <p14:creationId xmlns:p14="http://schemas.microsoft.com/office/powerpoint/2010/main" val="840868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4502D-A9D2-3A50-17C8-F4E6C4090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DE2BF9A0-0C91-D403-EF1E-C1394B9EBC12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CC46E1-2BBE-EA83-6924-B1AA3AF62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41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172719C5-1B71-6BD2-727E-6CDB024B2CB8}"/>
              </a:ext>
            </a:extLst>
          </p:cNvPr>
          <p:cNvSpPr txBox="1"/>
          <p:nvPr/>
        </p:nvSpPr>
        <p:spPr>
          <a:xfrm>
            <a:off x="838200" y="378915"/>
            <a:ext cx="1689212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Pipeline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3ABCD395-7C84-F904-AC0B-40253E3B965D}"/>
              </a:ext>
            </a:extLst>
          </p:cNvPr>
          <p:cNvSpPr txBox="1"/>
          <p:nvPr/>
        </p:nvSpPr>
        <p:spPr>
          <a:xfrm>
            <a:off x="830687" y="1257300"/>
            <a:ext cx="111252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General ML Pipeline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F405D8-297F-C12B-A9EB-507730795094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9848A95-BEAF-09C8-1245-F4C87F7808EF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436C3-A76C-666D-0CDD-1E4A0731A884}"/>
              </a:ext>
            </a:extLst>
          </p:cNvPr>
          <p:cNvSpPr/>
          <p:nvPr/>
        </p:nvSpPr>
        <p:spPr>
          <a:xfrm>
            <a:off x="1962956" y="3251597"/>
            <a:ext cx="2766389" cy="1097281"/>
          </a:xfrm>
          <a:prstGeom prst="rect">
            <a:avLst/>
          </a:prstGeom>
          <a:solidFill>
            <a:srgbClr val="2B9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Step 1:</a:t>
            </a:r>
          </a:p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Problem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9A0B72-80FE-2061-F090-78D3ECA81B7E}"/>
              </a:ext>
            </a:extLst>
          </p:cNvPr>
          <p:cNvSpPr/>
          <p:nvPr/>
        </p:nvSpPr>
        <p:spPr>
          <a:xfrm>
            <a:off x="5825544" y="3251600"/>
            <a:ext cx="2766389" cy="1097281"/>
          </a:xfrm>
          <a:prstGeom prst="rect">
            <a:avLst/>
          </a:prstGeom>
          <a:solidFill>
            <a:srgbClr val="2B9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Step 2:</a:t>
            </a:r>
          </a:p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 Data Collection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D72E98-3FEA-0C48-69D0-7AA10A24E812}"/>
              </a:ext>
            </a:extLst>
          </p:cNvPr>
          <p:cNvSpPr/>
          <p:nvPr/>
        </p:nvSpPr>
        <p:spPr>
          <a:xfrm>
            <a:off x="9688132" y="3251598"/>
            <a:ext cx="2766389" cy="1097281"/>
          </a:xfrm>
          <a:prstGeom prst="rect">
            <a:avLst/>
          </a:prstGeom>
          <a:solidFill>
            <a:srgbClr val="2B9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Step 3:</a:t>
            </a:r>
          </a:p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 Data Preprocessing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B2461A-1326-9437-C221-9B32D7FC7391}"/>
              </a:ext>
            </a:extLst>
          </p:cNvPr>
          <p:cNvSpPr/>
          <p:nvPr/>
        </p:nvSpPr>
        <p:spPr>
          <a:xfrm>
            <a:off x="13550721" y="3251599"/>
            <a:ext cx="2766389" cy="1097281"/>
          </a:xfrm>
          <a:prstGeom prst="rect">
            <a:avLst/>
          </a:prstGeom>
          <a:solidFill>
            <a:srgbClr val="2B9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Step 4: Model Selection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167237-A5DD-2786-F7CA-A3753E37A985}"/>
              </a:ext>
            </a:extLst>
          </p:cNvPr>
          <p:cNvSpPr/>
          <p:nvPr/>
        </p:nvSpPr>
        <p:spPr>
          <a:xfrm>
            <a:off x="1994080" y="5095962"/>
            <a:ext cx="2766389" cy="1097281"/>
          </a:xfrm>
          <a:prstGeom prst="rect">
            <a:avLst/>
          </a:prstGeom>
          <a:solidFill>
            <a:srgbClr val="2B9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Step 8:</a:t>
            </a:r>
          </a:p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 Deployment (Optional)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67C963-5766-D144-F31D-A275F4FE71A1}"/>
              </a:ext>
            </a:extLst>
          </p:cNvPr>
          <p:cNvSpPr/>
          <p:nvPr/>
        </p:nvSpPr>
        <p:spPr>
          <a:xfrm>
            <a:off x="5856668" y="5095965"/>
            <a:ext cx="2766389" cy="1097281"/>
          </a:xfrm>
          <a:prstGeom prst="rect">
            <a:avLst/>
          </a:prstGeom>
          <a:solidFill>
            <a:srgbClr val="2B9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Step 7: </a:t>
            </a:r>
          </a:p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Model Evaluation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38712F4-E76A-4B45-7F54-7B28C5E17A6F}"/>
              </a:ext>
            </a:extLst>
          </p:cNvPr>
          <p:cNvSpPr/>
          <p:nvPr/>
        </p:nvSpPr>
        <p:spPr>
          <a:xfrm>
            <a:off x="9719256" y="5095963"/>
            <a:ext cx="2766389" cy="1097281"/>
          </a:xfrm>
          <a:prstGeom prst="rect">
            <a:avLst/>
          </a:prstGeom>
          <a:solidFill>
            <a:srgbClr val="2B9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Step 6: </a:t>
            </a:r>
          </a:p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Model Validation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65DB69-F9F9-4882-DE12-0AC7F3AE4884}"/>
              </a:ext>
            </a:extLst>
          </p:cNvPr>
          <p:cNvSpPr/>
          <p:nvPr/>
        </p:nvSpPr>
        <p:spPr>
          <a:xfrm>
            <a:off x="13581845" y="5095964"/>
            <a:ext cx="2766389" cy="1097281"/>
          </a:xfrm>
          <a:prstGeom prst="rect">
            <a:avLst/>
          </a:prstGeom>
          <a:solidFill>
            <a:srgbClr val="2B9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Step 5: </a:t>
            </a:r>
          </a:p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Model Training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03A127-F1B9-EF63-3761-C196152D3183}"/>
              </a:ext>
            </a:extLst>
          </p:cNvPr>
          <p:cNvSpPr/>
          <p:nvPr/>
        </p:nvSpPr>
        <p:spPr>
          <a:xfrm>
            <a:off x="1962955" y="6940327"/>
            <a:ext cx="2766389" cy="1097281"/>
          </a:xfrm>
          <a:prstGeom prst="rect">
            <a:avLst/>
          </a:prstGeom>
          <a:solidFill>
            <a:srgbClr val="2B9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Step 9: </a:t>
            </a:r>
          </a:p>
          <a:p>
            <a:pPr algn="ctr"/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Monitoring &amp; Updating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2C2EB27-3283-FD1B-008B-4C31003AE8F7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729345" y="3800238"/>
            <a:ext cx="1096199" cy="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9D939AC-FF83-F1B1-0961-B6E8807C74B7}"/>
              </a:ext>
            </a:extLst>
          </p:cNvPr>
          <p:cNvCxnSpPr/>
          <p:nvPr/>
        </p:nvCxnSpPr>
        <p:spPr>
          <a:xfrm>
            <a:off x="8591933" y="3795404"/>
            <a:ext cx="1096199" cy="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9464B27-DF31-6F46-5F62-7276CFEA419F}"/>
              </a:ext>
            </a:extLst>
          </p:cNvPr>
          <p:cNvCxnSpPr/>
          <p:nvPr/>
        </p:nvCxnSpPr>
        <p:spPr>
          <a:xfrm>
            <a:off x="12427153" y="3803453"/>
            <a:ext cx="1096199" cy="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244EC0F-6A74-C406-79C1-BE9F1D727447}"/>
              </a:ext>
            </a:extLst>
          </p:cNvPr>
          <p:cNvCxnSpPr>
            <a:stCxn id="6" idx="3"/>
            <a:endCxn id="12" idx="3"/>
          </p:cNvCxnSpPr>
          <p:nvPr/>
        </p:nvCxnSpPr>
        <p:spPr>
          <a:xfrm>
            <a:off x="16317110" y="3800240"/>
            <a:ext cx="31124" cy="1844365"/>
          </a:xfrm>
          <a:prstGeom prst="bentConnector3">
            <a:avLst>
              <a:gd name="adj1" fmla="val 834481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EAA9D0D-7664-66FA-0B05-C490AF6F2043}"/>
              </a:ext>
            </a:extLst>
          </p:cNvPr>
          <p:cNvCxnSpPr>
            <a:stCxn id="12" idx="1"/>
            <a:endCxn id="11" idx="3"/>
          </p:cNvCxnSpPr>
          <p:nvPr/>
        </p:nvCxnSpPr>
        <p:spPr>
          <a:xfrm flipH="1" flipV="1">
            <a:off x="12485645" y="5644604"/>
            <a:ext cx="1096200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BFA21F2-6E53-1202-33B5-90E13E2ADF69}"/>
              </a:ext>
            </a:extLst>
          </p:cNvPr>
          <p:cNvCxnSpPr/>
          <p:nvPr/>
        </p:nvCxnSpPr>
        <p:spPr>
          <a:xfrm flipH="1" flipV="1">
            <a:off x="8591933" y="5595865"/>
            <a:ext cx="1096200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B106F77-F4A2-C1E4-C0F2-4BB9EFB43229}"/>
              </a:ext>
            </a:extLst>
          </p:cNvPr>
          <p:cNvCxnSpPr/>
          <p:nvPr/>
        </p:nvCxnSpPr>
        <p:spPr>
          <a:xfrm flipH="1" flipV="1">
            <a:off x="4729344" y="5589961"/>
            <a:ext cx="1096200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B87BA1CA-CBC0-6094-4A69-CF67E54502F7}"/>
              </a:ext>
            </a:extLst>
          </p:cNvPr>
          <p:cNvCxnSpPr>
            <a:endCxn id="13" idx="1"/>
          </p:cNvCxnSpPr>
          <p:nvPr/>
        </p:nvCxnSpPr>
        <p:spPr>
          <a:xfrm rot="5400000">
            <a:off x="1040772" y="6566785"/>
            <a:ext cx="1844366" cy="12700"/>
          </a:xfrm>
          <a:prstGeom prst="bentConnector4">
            <a:avLst>
              <a:gd name="adj1" fmla="val 911"/>
              <a:gd name="adj2" fmla="val 3370425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65037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B1012-2CF1-21F5-1AC3-8D6510B92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9">
            <a:extLst>
              <a:ext uri="{FF2B5EF4-FFF2-40B4-BE49-F238E27FC236}">
                <a16:creationId xmlns:a16="http://schemas.microsoft.com/office/drawing/2014/main" id="{FEE0BD42-3F32-CA52-7725-939718F57ECB}"/>
              </a:ext>
            </a:extLst>
          </p:cNvPr>
          <p:cNvSpPr txBox="1"/>
          <p:nvPr/>
        </p:nvSpPr>
        <p:spPr>
          <a:xfrm>
            <a:off x="4305300" y="3238500"/>
            <a:ext cx="9677400" cy="30777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12000" b="1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Break</a:t>
            </a:r>
          </a:p>
          <a:p>
            <a:pPr algn="ctr">
              <a:spcBef>
                <a:spcPct val="0"/>
              </a:spcBef>
            </a:pPr>
            <a:r>
              <a:rPr lang="en-US" sz="80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“10 mins”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462709A-287D-8323-C4D0-3AD5F28EF4F2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5FE55A-027B-BFF2-C9E8-AFB724561DF2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6503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B071B-601A-98D2-F8BE-F5D25FAD3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21754635-5880-8E58-6E0D-53CEEBC41036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C521693-BBB1-7314-41BB-B8B36B88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43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251EDE59-74F7-83EC-8AB7-A1224D2C59B5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Making Predictions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5DA9FC3C-5F8C-04DB-3333-1CA0C8E86976}"/>
              </a:ext>
            </a:extLst>
          </p:cNvPr>
          <p:cNvSpPr txBox="1"/>
          <p:nvPr/>
        </p:nvSpPr>
        <p:spPr>
          <a:xfrm>
            <a:off x="838200" y="1257300"/>
            <a:ext cx="14859000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80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Working with Regression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10AB30-EA89-A8DB-4D7E-E98A876FD126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C63D50-1F96-D242-C391-DD17D53833E2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29809F-8719-4AF4-96C6-5DA2C70B511B}"/>
              </a:ext>
            </a:extLst>
          </p:cNvPr>
          <p:cNvSpPr txBox="1"/>
          <p:nvPr/>
        </p:nvSpPr>
        <p:spPr>
          <a:xfrm>
            <a:off x="946484" y="4610100"/>
            <a:ext cx="88392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Overall goal –</a:t>
            </a:r>
          </a:p>
          <a:p>
            <a:pPr>
              <a:spcBef>
                <a:spcPct val="0"/>
              </a:spcBef>
            </a:pPr>
            <a:endParaRPr lang="en-US" sz="3200" dirty="0">
              <a:gradFill flip="none" rotWithShape="1">
                <a:gsLst>
                  <a:gs pos="0">
                    <a:srgbClr val="2B98E9"/>
                  </a:gs>
                  <a:gs pos="100000">
                    <a:srgbClr val="66FFCC"/>
                  </a:gs>
                </a:gsLst>
                <a:lin ang="0" scaled="1"/>
                <a:tileRect/>
              </a:gra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  <a:p>
            <a:pPr marL="457200" indent="-457200"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Find the curve that best fits the points</a:t>
            </a:r>
          </a:p>
          <a:p>
            <a:pPr>
              <a:spcBef>
                <a:spcPct val="0"/>
              </a:spcBef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	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F0EFCB-DCEE-44A5-BB83-0D4BE68785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3098408"/>
            <a:ext cx="6676524" cy="580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9456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B071B-601A-98D2-F8BE-F5D25FAD3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21754635-5880-8E58-6E0D-53CEEBC41036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C521693-BBB1-7314-41BB-B8B36B88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44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251EDE59-74F7-83EC-8AB7-A1224D2C59B5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Making Predictions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5DA9FC3C-5F8C-04DB-3333-1CA0C8E86976}"/>
              </a:ext>
            </a:extLst>
          </p:cNvPr>
          <p:cNvSpPr txBox="1"/>
          <p:nvPr/>
        </p:nvSpPr>
        <p:spPr>
          <a:xfrm>
            <a:off x="838200" y="1257300"/>
            <a:ext cx="14859000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80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Working with Regression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10AB30-EA89-A8DB-4D7E-E98A876FD126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C63D50-1F96-D242-C391-DD17D53833E2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29809F-8719-4AF4-96C6-5DA2C70B511B}"/>
              </a:ext>
            </a:extLst>
          </p:cNvPr>
          <p:cNvSpPr txBox="1"/>
          <p:nvPr/>
        </p:nvSpPr>
        <p:spPr>
          <a:xfrm>
            <a:off x="938463" y="3543300"/>
            <a:ext cx="1452211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Questions –</a:t>
            </a:r>
          </a:p>
          <a:p>
            <a:pPr>
              <a:spcBef>
                <a:spcPct val="0"/>
              </a:spcBef>
            </a:pPr>
            <a:endParaRPr lang="en-US" sz="3200" dirty="0">
              <a:gradFill flip="none" rotWithShape="1">
                <a:gsLst>
                  <a:gs pos="0">
                    <a:srgbClr val="2B98E9"/>
                  </a:gs>
                  <a:gs pos="100000">
                    <a:srgbClr val="66FFCC"/>
                  </a:gs>
                </a:gsLst>
                <a:lin ang="0" scaled="1"/>
                <a:tileRect/>
              </a:gra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  <a:p>
            <a:pPr marL="457200" indent="-457200"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How to define a curve? What is the general equation of curve?	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B67C87E-FC10-4D36-A7F0-C1DBA89CBB25}"/>
                  </a:ext>
                </a:extLst>
              </p:cNvPr>
              <p:cNvSpPr txBox="1"/>
              <p:nvPr/>
            </p:nvSpPr>
            <p:spPr>
              <a:xfrm>
                <a:off x="914400" y="5703600"/>
                <a:ext cx="16459200" cy="25967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sz="3200" dirty="0">
                    <a:gradFill flip="none" rotWithShape="1">
                      <a:gsLst>
                        <a:gs pos="0">
                          <a:srgbClr val="2B98E9"/>
                        </a:gs>
                        <a:gs pos="100000">
                          <a:srgbClr val="66FFCC"/>
                        </a:gs>
                      </a:gsLst>
                      <a:lin ang="0" scaled="1"/>
                      <a:tileRect/>
                    </a:gra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Answers –</a:t>
                </a:r>
              </a:p>
              <a:p>
                <a:pPr>
                  <a:spcBef>
                    <a:spcPct val="0"/>
                  </a:spcBef>
                </a:pPr>
                <a:endParaRPr lang="en-US" sz="3200" dirty="0">
                  <a:gradFill flip="none" rotWithShape="1">
                    <a:gsLst>
                      <a:gs pos="0">
                        <a:srgbClr val="2B98E9"/>
                      </a:gs>
                      <a:gs pos="100000">
                        <a:srgbClr val="66FFCC"/>
                      </a:gs>
                    </a:gsLst>
                    <a:lin ang="0" scaled="1"/>
                    <a:tileRect/>
                  </a:gradFill>
                  <a:latin typeface="Poppins" panose="00000500000000000000" pitchFamily="2" charset="0"/>
                  <a:ea typeface="Open Sans"/>
                  <a:cs typeface="Poppins" panose="00000500000000000000" pitchFamily="2" charset="0"/>
                  <a:sym typeface="Open Sans"/>
                </a:endParaRPr>
              </a:p>
              <a:p>
                <a:pPr marL="457200" indent="-457200">
                  <a:spcBef>
                    <a:spcPct val="0"/>
                  </a:spcBef>
                  <a:buFont typeface="Wingdings" panose="05000000000000000000" pitchFamily="2" charset="2"/>
                  <a:buChar char="§"/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Polynomial equations </a:t>
                </a:r>
                <a:r>
                  <a:rPr lang="en-US" sz="3200" dirty="0" err="1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i.e</a:t>
                </a: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𝑓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𝑥</m:t>
                        </m:r>
                      </m:e>
                    </m:d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= </m:t>
                    </m:r>
                    <m:sSup>
                      <m:sSupPr>
                        <m:ctrlP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𝑥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2</m:t>
                        </m:r>
                      </m:sup>
                    </m:sSup>
                  </m:oMath>
                </a14:m>
                <a:endParaRPr lang="en-US" sz="3200" b="0" dirty="0">
                  <a:solidFill>
                    <a:schemeClr val="bg1"/>
                  </a:solidFill>
                  <a:latin typeface="Poppins" panose="00000500000000000000" pitchFamily="2" charset="0"/>
                  <a:ea typeface="Open Sans"/>
                  <a:cs typeface="Poppins" panose="00000500000000000000" pitchFamily="2" charset="0"/>
                  <a:sym typeface="Open Sans"/>
                </a:endParaRPr>
              </a:p>
              <a:p>
                <a:pPr marL="457200" indent="-457200">
                  <a:spcBef>
                    <a:spcPct val="0"/>
                  </a:spcBef>
                  <a:buFont typeface="Wingdings" panose="05000000000000000000" pitchFamily="2" charset="2"/>
                  <a:buChar char="§"/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General form of polynomial equation -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𝑃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𝑥</m:t>
                        </m:r>
                      </m:e>
                    </m:d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= </m:t>
                    </m:r>
                    <m:sSub>
                      <m:sSubPr>
                        <m:ctrlP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𝑎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𝑜</m:t>
                        </m:r>
                      </m:sub>
                    </m:sSub>
                    <m:sSup>
                      <m:sSupPr>
                        <m:ctrlP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𝑥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0</m:t>
                        </m:r>
                      </m:sup>
                    </m:sSup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+</m:t>
                    </m:r>
                    <m:sSub>
                      <m:sSubPr>
                        <m:ctrlP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𝑎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pPr>
                      <m:e>
                        <m: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𝑥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1</m:t>
                        </m:r>
                      </m:sup>
                    </m:sSup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+</m:t>
                    </m:r>
                    <m:sSub>
                      <m:sSubPr>
                        <m:ctrlP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𝑎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sz="32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pPr>
                      <m:e>
                        <m: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𝑥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2</m:t>
                        </m:r>
                      </m:sup>
                    </m:sSup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+ …+</m:t>
                    </m:r>
                    <m:sSub>
                      <m:sSubPr>
                        <m:ctrlP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𝑎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pPr>
                      <m:e>
                        <m: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𝑥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	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B67C87E-FC10-4D36-A7F0-C1DBA89CBB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5703600"/>
                <a:ext cx="16459200" cy="2596737"/>
              </a:xfrm>
              <a:prstGeom prst="rect">
                <a:avLst/>
              </a:prstGeom>
              <a:blipFill>
                <a:blip r:embed="rId2"/>
                <a:stretch>
                  <a:fillRect l="-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84983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B071B-601A-98D2-F8BE-F5D25FAD3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21754635-5880-8E58-6E0D-53CEEBC41036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C521693-BBB1-7314-41BB-B8B36B88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45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251EDE59-74F7-83EC-8AB7-A1224D2C59B5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Making Predictions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5DA9FC3C-5F8C-04DB-3333-1CA0C8E86976}"/>
              </a:ext>
            </a:extLst>
          </p:cNvPr>
          <p:cNvSpPr txBox="1"/>
          <p:nvPr/>
        </p:nvSpPr>
        <p:spPr>
          <a:xfrm>
            <a:off x="838200" y="1257300"/>
            <a:ext cx="14859000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80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Working with Regression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10AB30-EA89-A8DB-4D7E-E98A876FD126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C63D50-1F96-D242-C391-DD17D53833E2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29809F-8719-4AF4-96C6-5DA2C70B511B}"/>
              </a:ext>
            </a:extLst>
          </p:cNvPr>
          <p:cNvSpPr txBox="1"/>
          <p:nvPr/>
        </p:nvSpPr>
        <p:spPr>
          <a:xfrm>
            <a:off x="914400" y="3128487"/>
            <a:ext cx="88392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Revisiting the goal –</a:t>
            </a:r>
          </a:p>
          <a:p>
            <a:pPr>
              <a:spcBef>
                <a:spcPct val="0"/>
              </a:spcBef>
            </a:pPr>
            <a:endParaRPr lang="en-US" sz="3200" dirty="0">
              <a:gradFill flip="none" rotWithShape="1">
                <a:gsLst>
                  <a:gs pos="0">
                    <a:srgbClr val="2B98E9"/>
                  </a:gs>
                  <a:gs pos="100000">
                    <a:srgbClr val="66FFCC"/>
                  </a:gs>
                </a:gsLst>
                <a:lin ang="0" scaled="1"/>
                <a:tileRect/>
              </a:gra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  <a:p>
            <a:pPr marL="457200" indent="-457200"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Find the set of values of ‘a’</a:t>
            </a:r>
          </a:p>
          <a:p>
            <a:pPr>
              <a:spcBef>
                <a:spcPct val="0"/>
              </a:spcBef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	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F0EFCB-DCEE-44A5-BB83-0D4BE68785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3098408"/>
            <a:ext cx="6676524" cy="58022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71429E5-0EBC-45CF-AD55-D8900BE6420B}"/>
                  </a:ext>
                </a:extLst>
              </p:cNvPr>
              <p:cNvSpPr txBox="1"/>
              <p:nvPr/>
            </p:nvSpPr>
            <p:spPr>
              <a:xfrm>
                <a:off x="1295400" y="5676900"/>
                <a:ext cx="617220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𝑎</m:t>
                      </m:r>
                      <m:r>
                        <a:rPr lang="en-US" sz="3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3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cs typeface="Poppins" panose="00000500000000000000" pitchFamily="2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cs typeface="Poppins" panose="00000500000000000000" pitchFamily="2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3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cs typeface="Poppins" panose="00000500000000000000" pitchFamily="2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3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cs typeface="Poppins" panose="00000500000000000000" pitchFamily="2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cs typeface="Poppins" panose="00000500000000000000" pitchFamily="2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3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cs typeface="Poppins" panose="00000500000000000000" pitchFamily="2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3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cs typeface="Poppins" panose="00000500000000000000" pitchFamily="2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36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36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36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36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36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36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36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71429E5-0EBC-45CF-AD55-D8900BE64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5400" y="5676900"/>
                <a:ext cx="6172200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97566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B071B-601A-98D2-F8BE-F5D25FAD3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21754635-5880-8E58-6E0D-53CEEBC41036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C521693-BBB1-7314-41BB-B8B36B88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251EDE59-74F7-83EC-8AB7-A1224D2C59B5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Making Predictions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5DA9FC3C-5F8C-04DB-3333-1CA0C8E86976}"/>
              </a:ext>
            </a:extLst>
          </p:cNvPr>
          <p:cNvSpPr txBox="1"/>
          <p:nvPr/>
        </p:nvSpPr>
        <p:spPr>
          <a:xfrm>
            <a:off x="838200" y="1257300"/>
            <a:ext cx="14859000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80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Working with Regression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10AB30-EA89-A8DB-4D7E-E98A876FD126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C63D50-1F96-D242-C391-DD17D53833E2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29809F-8719-4AF4-96C6-5DA2C70B511B}"/>
              </a:ext>
            </a:extLst>
          </p:cNvPr>
          <p:cNvSpPr txBox="1"/>
          <p:nvPr/>
        </p:nvSpPr>
        <p:spPr>
          <a:xfrm>
            <a:off x="1006642" y="3081397"/>
            <a:ext cx="1452211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Questions –</a:t>
            </a:r>
          </a:p>
          <a:p>
            <a:pPr>
              <a:spcBef>
                <a:spcPct val="0"/>
              </a:spcBef>
            </a:pPr>
            <a:endParaRPr lang="en-US" sz="3200" dirty="0">
              <a:gradFill flip="none" rotWithShape="1">
                <a:gsLst>
                  <a:gs pos="0">
                    <a:srgbClr val="2B98E9"/>
                  </a:gs>
                  <a:gs pos="100000">
                    <a:srgbClr val="66FFCC"/>
                  </a:gs>
                </a:gsLst>
                <a:lin ang="0" scaled="1"/>
                <a:tileRect/>
              </a:gra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  <a:p>
            <a:pPr marL="457200" indent="-457200"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Let’s say we somehow found the values of </a:t>
            </a:r>
            <a:r>
              <a:rPr lang="en-US" sz="3200" b="1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‘a’ 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vector/matrix. How can I mathematically quantify what is the best line?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67C87E-FC10-4D36-A7F0-C1DBA89CBB25}"/>
              </a:ext>
            </a:extLst>
          </p:cNvPr>
          <p:cNvSpPr txBox="1"/>
          <p:nvPr/>
        </p:nvSpPr>
        <p:spPr>
          <a:xfrm>
            <a:off x="914400" y="5467886"/>
            <a:ext cx="16459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Answer –</a:t>
            </a:r>
          </a:p>
          <a:p>
            <a:pPr>
              <a:spcBef>
                <a:spcPct val="0"/>
              </a:spcBef>
            </a:pPr>
            <a:endParaRPr lang="en-US" sz="3200" dirty="0">
              <a:gradFill flip="none" rotWithShape="1">
                <a:gsLst>
                  <a:gs pos="0">
                    <a:srgbClr val="2B98E9"/>
                  </a:gs>
                  <a:gs pos="100000">
                    <a:srgbClr val="66FFCC"/>
                  </a:gs>
                </a:gsLst>
                <a:lin ang="0" scaled="1"/>
                <a:tileRect/>
              </a:gra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  <a:p>
            <a:pPr marL="457200" indent="-457200"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Find the perpendicular distance from each data points to that curve.	 </a:t>
            </a:r>
          </a:p>
        </p:txBody>
      </p:sp>
    </p:spTree>
    <p:extLst>
      <p:ext uri="{BB962C8B-B14F-4D97-AF65-F5344CB8AC3E}">
        <p14:creationId xmlns:p14="http://schemas.microsoft.com/office/powerpoint/2010/main" val="1780535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B071B-601A-98D2-F8BE-F5D25FAD3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21754635-5880-8E58-6E0D-53CEEBC41036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C521693-BBB1-7314-41BB-B8B36B88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47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251EDE59-74F7-83EC-8AB7-A1224D2C59B5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Making Predictions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5DA9FC3C-5F8C-04DB-3333-1CA0C8E86976}"/>
              </a:ext>
            </a:extLst>
          </p:cNvPr>
          <p:cNvSpPr txBox="1"/>
          <p:nvPr/>
        </p:nvSpPr>
        <p:spPr>
          <a:xfrm>
            <a:off x="838200" y="1257300"/>
            <a:ext cx="14859000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80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Working with Regression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10AB30-EA89-A8DB-4D7E-E98A876FD126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C63D50-1F96-D242-C391-DD17D53833E2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B84580-60D3-44EA-8BD5-6C9BB62D2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87" y="3692128"/>
            <a:ext cx="17040225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21020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B071B-601A-98D2-F8BE-F5D25FAD3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21754635-5880-8E58-6E0D-53CEEBC41036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C521693-BBB1-7314-41BB-B8B36B88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48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251EDE59-74F7-83EC-8AB7-A1224D2C59B5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Making Predictions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5DA9FC3C-5F8C-04DB-3333-1CA0C8E86976}"/>
              </a:ext>
            </a:extLst>
          </p:cNvPr>
          <p:cNvSpPr txBox="1"/>
          <p:nvPr/>
        </p:nvSpPr>
        <p:spPr>
          <a:xfrm>
            <a:off x="838200" y="1257300"/>
            <a:ext cx="14859000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80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Working with Regression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10AB30-EA89-A8DB-4D7E-E98A876FD126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C63D50-1F96-D242-C391-DD17D53833E2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1B264F8-A7E6-42D8-80EB-7250A1044322}"/>
                  </a:ext>
                </a:extLst>
              </p:cNvPr>
              <p:cNvSpPr txBox="1"/>
              <p:nvPr/>
            </p:nvSpPr>
            <p:spPr>
              <a:xfrm>
                <a:off x="914400" y="3128487"/>
                <a:ext cx="16078200" cy="57147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sz="3200" dirty="0">
                    <a:gradFill flip="none" rotWithShape="1">
                      <a:gsLst>
                        <a:gs pos="0">
                          <a:srgbClr val="2B98E9"/>
                        </a:gs>
                        <a:gs pos="100000">
                          <a:srgbClr val="66FFCC"/>
                        </a:gs>
                      </a:gsLst>
                      <a:lin ang="0" scaled="1"/>
                      <a:tileRect/>
                    </a:gra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Revisiting the goal –</a:t>
                </a:r>
              </a:p>
              <a:p>
                <a:pPr>
                  <a:spcBef>
                    <a:spcPct val="0"/>
                  </a:spcBef>
                </a:pPr>
                <a:endParaRPr lang="en-US" sz="3200" dirty="0">
                  <a:gradFill flip="none" rotWithShape="1">
                    <a:gsLst>
                      <a:gs pos="0">
                        <a:srgbClr val="2B98E9"/>
                      </a:gs>
                      <a:gs pos="100000">
                        <a:srgbClr val="66FFCC"/>
                      </a:gs>
                    </a:gsLst>
                    <a:lin ang="0" scaled="1"/>
                    <a:tileRect/>
                  </a:gradFill>
                  <a:latin typeface="Poppins" panose="00000500000000000000" pitchFamily="2" charset="0"/>
                  <a:ea typeface="Open Sans"/>
                  <a:cs typeface="Poppins" panose="00000500000000000000" pitchFamily="2" charset="0"/>
                  <a:sym typeface="Open Sans"/>
                </a:endParaRPr>
              </a:p>
              <a:p>
                <a:pPr marL="457200" indent="-457200">
                  <a:spcBef>
                    <a:spcPct val="0"/>
                  </a:spcBef>
                  <a:buFont typeface="Wingdings" panose="05000000000000000000" pitchFamily="2" charset="2"/>
                  <a:buChar char="§"/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Define a function with respect to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𝑎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 </m:t>
                    </m:r>
                  </m:oMath>
                </a14:m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for which the </a:t>
                </a:r>
                <a:r>
                  <a:rPr lang="en-US" sz="3200" dirty="0" err="1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perpendicluar</a:t>
                </a: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 distance will be minimum. We will call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𝑎</m:t>
                        </m:r>
                      </m:e>
                      <m:sub>
                        <m: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 </m:t>
                    </m:r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𝑎𝑠</m:t>
                    </m:r>
                    <m:sSub>
                      <m:sSubPr>
                        <m:ctrlP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l-GR" sz="32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ϴ</m:t>
                        </m:r>
                      </m:e>
                      <m:sub>
                        <m: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𝑖</m:t>
                        </m:r>
                      </m:sub>
                    </m:sSub>
                  </m:oMath>
                </a14:m>
                <a:endParaRPr lang="en-US" sz="3200" dirty="0">
                  <a:solidFill>
                    <a:schemeClr val="bg1"/>
                  </a:solidFill>
                  <a:latin typeface="Poppins" panose="00000500000000000000" pitchFamily="2" charset="0"/>
                  <a:ea typeface="Open Sans"/>
                  <a:cs typeface="Poppins" panose="00000500000000000000" pitchFamily="2" charset="0"/>
                  <a:sym typeface="Open Sans"/>
                </a:endParaRPr>
              </a:p>
              <a:p>
                <a:pPr marL="457200" indent="-457200">
                  <a:spcBef>
                    <a:spcPct val="0"/>
                  </a:spcBef>
                  <a:buFont typeface="Wingdings" panose="05000000000000000000" pitchFamily="2" charset="2"/>
                  <a:buChar char="§"/>
                </a:pPr>
                <a:endParaRPr lang="en-US" sz="3200" dirty="0">
                  <a:solidFill>
                    <a:schemeClr val="bg1"/>
                  </a:solidFill>
                  <a:latin typeface="Poppins" panose="00000500000000000000" pitchFamily="2" charset="0"/>
                  <a:ea typeface="Open Sans"/>
                  <a:cs typeface="Poppins" panose="00000500000000000000" pitchFamily="2" charset="0"/>
                  <a:sym typeface="Open Sans"/>
                </a:endParaRPr>
              </a:p>
              <a:p>
                <a:pPr marL="457200" indent="-457200">
                  <a:spcBef>
                    <a:spcPct val="0"/>
                  </a:spcBef>
                  <a:buFont typeface="Wingdings" panose="05000000000000000000" pitchFamily="2" charset="2"/>
                  <a:buChar char="§"/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So the loss function becomes – </a:t>
                </a:r>
              </a:p>
              <a:p>
                <a:pPr>
                  <a:spcBef>
                    <a:spcPct val="0"/>
                  </a:spcBef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		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l-GR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ϴ</m:t>
                        </m:r>
                      </m:sub>
                    </m:sSub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=</m:t>
                    </m:r>
                    <m:f>
                      <m:fPr>
                        <m:ctrlP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fPr>
                      <m:num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1</m:t>
                        </m:r>
                      </m:num>
                      <m:den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𝑚</m:t>
                        </m:r>
                      </m:den>
                    </m:f>
                    <m:sSup>
                      <m:sSupPr>
                        <m:ctrlP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pPr>
                      <m:e>
                        <m: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(</m:t>
                        </m:r>
                        <m: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𝑋</m:t>
                        </m:r>
                        <m:r>
                          <m:rPr>
                            <m:sty m:val="p"/>
                          </m:rPr>
                          <a:rPr lang="el-GR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ϴ</m:t>
                        </m:r>
                        <m: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 −</m:t>
                        </m:r>
                        <m: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𝑌</m:t>
                        </m:r>
                        <m:r>
                          <a:rPr lang="en-US" sz="3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)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2</m:t>
                        </m:r>
                      </m:sup>
                    </m:sSup>
                  </m:oMath>
                </a14:m>
                <a:endParaRPr lang="en-US" sz="3200" dirty="0">
                  <a:solidFill>
                    <a:schemeClr val="bg1"/>
                  </a:solidFill>
                  <a:latin typeface="Poppins" panose="00000500000000000000" pitchFamily="2" charset="0"/>
                  <a:ea typeface="Open Sans"/>
                  <a:cs typeface="Poppins" panose="00000500000000000000" pitchFamily="2" charset="0"/>
                  <a:sym typeface="Open Sans"/>
                </a:endParaRPr>
              </a:p>
              <a:p>
                <a:pPr>
                  <a:spcBef>
                    <a:spcPct val="0"/>
                  </a:spcBef>
                </a:pPr>
                <a:endParaRPr lang="en-US" sz="3200" dirty="0">
                  <a:solidFill>
                    <a:schemeClr val="bg1"/>
                  </a:solidFill>
                  <a:latin typeface="Poppins" panose="00000500000000000000" pitchFamily="2" charset="0"/>
                  <a:ea typeface="Open Sans"/>
                  <a:cs typeface="Poppins" panose="00000500000000000000" pitchFamily="2" charset="0"/>
                  <a:sym typeface="Open Sans"/>
                </a:endParaRPr>
              </a:p>
              <a:p>
                <a:pPr marL="457200" indent="-457200">
                  <a:spcBef>
                    <a:spcPct val="0"/>
                  </a:spcBef>
                  <a:buFont typeface="Wingdings" panose="05000000000000000000" pitchFamily="2" charset="2"/>
                  <a:buChar char="§"/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The goal is to minimize this function.</a:t>
                </a:r>
              </a:p>
              <a:p>
                <a:pPr>
                  <a:spcBef>
                    <a:spcPct val="0"/>
                  </a:spcBef>
                </a:pPr>
                <a:endParaRPr lang="en-US" sz="3200" dirty="0">
                  <a:solidFill>
                    <a:schemeClr val="bg1"/>
                  </a:solidFill>
                  <a:latin typeface="Poppins" panose="00000500000000000000" pitchFamily="2" charset="0"/>
                  <a:ea typeface="Open Sans"/>
                  <a:cs typeface="Poppins" panose="00000500000000000000" pitchFamily="2" charset="0"/>
                  <a:sym typeface="Open Sans"/>
                </a:endParaRPr>
              </a:p>
              <a:p>
                <a:pPr>
                  <a:spcBef>
                    <a:spcPct val="0"/>
                  </a:spcBef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	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1B264F8-A7E6-42D8-80EB-7250A1044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3128487"/>
                <a:ext cx="16078200" cy="5714770"/>
              </a:xfrm>
              <a:prstGeom prst="rect">
                <a:avLst/>
              </a:prstGeom>
              <a:blipFill>
                <a:blip r:embed="rId2"/>
                <a:stretch>
                  <a:fillRect l="-8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69C1E4B1-84BA-4871-BFC4-0ADE57182161}"/>
              </a:ext>
            </a:extLst>
          </p:cNvPr>
          <p:cNvSpPr txBox="1"/>
          <p:nvPr/>
        </p:nvSpPr>
        <p:spPr>
          <a:xfrm>
            <a:off x="3789073" y="8339694"/>
            <a:ext cx="145221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Questions –</a:t>
            </a:r>
          </a:p>
          <a:p>
            <a:pPr>
              <a:spcBef>
                <a:spcPct val="0"/>
              </a:spcBef>
            </a:pPr>
            <a:r>
              <a:rPr lang="en-US" sz="32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	How this weird looking function is derived?</a:t>
            </a:r>
          </a:p>
        </p:txBody>
      </p:sp>
    </p:spTree>
    <p:extLst>
      <p:ext uri="{BB962C8B-B14F-4D97-AF65-F5344CB8AC3E}">
        <p14:creationId xmlns:p14="http://schemas.microsoft.com/office/powerpoint/2010/main" val="18931147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B071B-601A-98D2-F8BE-F5D25FAD3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21754635-5880-8E58-6E0D-53CEEBC41036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C521693-BBB1-7314-41BB-B8B36B88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49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251EDE59-74F7-83EC-8AB7-A1224D2C59B5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Making Predictions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5DA9FC3C-5F8C-04DB-3333-1CA0C8E86976}"/>
              </a:ext>
            </a:extLst>
          </p:cNvPr>
          <p:cNvSpPr txBox="1"/>
          <p:nvPr/>
        </p:nvSpPr>
        <p:spPr>
          <a:xfrm>
            <a:off x="838200" y="1257300"/>
            <a:ext cx="14859000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80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Working with Regression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10AB30-EA89-A8DB-4D7E-E98A876FD126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C63D50-1F96-D242-C391-DD17D53833E2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22457C-C573-45B7-8BBA-818F071C7C96}"/>
              </a:ext>
            </a:extLst>
          </p:cNvPr>
          <p:cNvSpPr txBox="1"/>
          <p:nvPr/>
        </p:nvSpPr>
        <p:spPr>
          <a:xfrm>
            <a:off x="914400" y="3128487"/>
            <a:ext cx="160782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Two ways to find the minimum of the loss function – </a:t>
            </a:r>
          </a:p>
          <a:p>
            <a:pPr>
              <a:spcBef>
                <a:spcPct val="0"/>
              </a:spcBef>
            </a:pPr>
            <a:endParaRPr lang="en-US" sz="3200" dirty="0">
              <a:solidFill>
                <a:schemeClr val="bg1"/>
              </a:soli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  <a:p>
            <a:pPr marL="2743200" lvl="5" indent="-457200"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Using a closed form solution.</a:t>
            </a:r>
          </a:p>
          <a:p>
            <a:pPr marL="2743200" lvl="5" indent="-457200"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Using iterative optimization called Gradient Descent.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047B65A-0F1A-4F0D-9CF3-83B73406478B}"/>
                  </a:ext>
                </a:extLst>
              </p:cNvPr>
              <p:cNvSpPr txBox="1"/>
              <p:nvPr/>
            </p:nvSpPr>
            <p:spPr>
              <a:xfrm>
                <a:off x="914400" y="5959404"/>
                <a:ext cx="16078200" cy="16118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We will look at closed form solution today- </a:t>
                </a:r>
              </a:p>
              <a:p>
                <a:pPr>
                  <a:spcBef>
                    <a:spcPct val="0"/>
                  </a:spcBef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			</a:t>
                </a:r>
              </a:p>
              <a:p>
                <a:pPr>
                  <a:spcBef>
                    <a:spcPct val="0"/>
                  </a:spcBef>
                </a:pPr>
                <a:r>
                  <a:rPr lang="en-US" sz="3200" dirty="0">
                    <a:solidFill>
                      <a:schemeClr val="bg1"/>
                    </a:solidFill>
                    <a:latin typeface="Poppins" panose="00000500000000000000" pitchFamily="2" charset="0"/>
                    <a:ea typeface="Open Sans"/>
                    <a:cs typeface="Poppins" panose="00000500000000000000" pitchFamily="2" charset="0"/>
                    <a:sym typeface="Open Sans"/>
                  </a:rPr>
                  <a:t>				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θ</m:t>
                    </m:r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= </m:t>
                    </m:r>
                    <m:sSup>
                      <m:sSupPr>
                        <m:ctrlP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sz="3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Open Sans"/>
                                <a:cs typeface="Poppins" panose="00000500000000000000" pitchFamily="2" charset="0"/>
                                <a:sym typeface="Open Sans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Open Sans"/>
                                <a:cs typeface="Poppins" panose="00000500000000000000" pitchFamily="2" charset="0"/>
                                <a:sym typeface="Open Sans"/>
                              </a:rPr>
                              <m:t>(</m:t>
                            </m:r>
                            <m:r>
                              <a:rPr lang="en-US" sz="3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Open Sans"/>
                                <a:cs typeface="Poppins" panose="00000500000000000000" pitchFamily="2" charset="0"/>
                                <a:sym typeface="Open Sans"/>
                              </a:rPr>
                              <m:t>𝑋</m:t>
                            </m:r>
                          </m:e>
                          <m:sup>
                            <m:r>
                              <a:rPr lang="en-US" sz="3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Open Sans"/>
                                <a:cs typeface="Poppins" panose="00000500000000000000" pitchFamily="2" charset="0"/>
                                <a:sym typeface="Open Sans"/>
                              </a:rPr>
                              <m:t>𝑇</m:t>
                            </m:r>
                          </m:sup>
                        </m:sSup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𝑋</m:t>
                        </m:r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)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−1</m:t>
                        </m:r>
                      </m:sup>
                    </m:sSup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 </m:t>
                    </m:r>
                    <m:sSup>
                      <m:sSupPr>
                        <m:ctrlP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𝑋</m:t>
                        </m:r>
                      </m:e>
                      <m:sup>
                        <m:r>
                          <a:rPr lang="en-US" sz="3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Open Sans"/>
                            <a:cs typeface="Poppins" panose="00000500000000000000" pitchFamily="2" charset="0"/>
                            <a:sym typeface="Open Sans"/>
                          </a:rPr>
                          <m:t>𝑇</m:t>
                        </m:r>
                      </m:sup>
                    </m:sSup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 </m:t>
                    </m:r>
                    <m:r>
                      <a:rPr lang="en-US" sz="3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Open Sans"/>
                        <a:cs typeface="Poppins" panose="00000500000000000000" pitchFamily="2" charset="0"/>
                        <a:sym typeface="Open Sans"/>
                      </a:rPr>
                      <m:t>𝑌</m:t>
                    </m:r>
                  </m:oMath>
                </a14:m>
                <a:endParaRPr lang="en-US" sz="3200" dirty="0">
                  <a:solidFill>
                    <a:schemeClr val="bg1"/>
                  </a:solidFill>
                  <a:latin typeface="Poppins" panose="00000500000000000000" pitchFamily="2" charset="0"/>
                  <a:ea typeface="Open Sans"/>
                  <a:cs typeface="Poppins" panose="00000500000000000000" pitchFamily="2" charset="0"/>
                  <a:sym typeface="Open San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047B65A-0F1A-4F0D-9CF3-83B7340647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5959404"/>
                <a:ext cx="16078200" cy="1611852"/>
              </a:xfrm>
              <a:prstGeom prst="rect">
                <a:avLst/>
              </a:prstGeom>
              <a:blipFill>
                <a:blip r:embed="rId2"/>
                <a:stretch>
                  <a:fillRect l="-948" t="-53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AE05CDA-3B87-4552-9524-3CCF5D73D24A}"/>
              </a:ext>
            </a:extLst>
          </p:cNvPr>
          <p:cNvSpPr txBox="1"/>
          <p:nvPr/>
        </p:nvSpPr>
        <p:spPr>
          <a:xfrm>
            <a:off x="3789073" y="8339694"/>
            <a:ext cx="114741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Task –</a:t>
            </a:r>
          </a:p>
          <a:p>
            <a:pPr>
              <a:spcBef>
                <a:spcPct val="0"/>
              </a:spcBef>
            </a:pPr>
            <a:r>
              <a:rPr lang="en-US" sz="32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	Find the derivation of this closed form solution</a:t>
            </a:r>
          </a:p>
        </p:txBody>
      </p:sp>
    </p:spTree>
    <p:extLst>
      <p:ext uri="{BB962C8B-B14F-4D97-AF65-F5344CB8AC3E}">
        <p14:creationId xmlns:p14="http://schemas.microsoft.com/office/powerpoint/2010/main" val="156943838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2F9E0-C80F-433E-A1EC-51706E9F0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5F9219A1-54D2-A65D-538D-3B6774060F6C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199A668-C20B-96D9-5064-16421B88D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50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AC645C8B-E4B3-41D0-AF3F-1CFD46D6D91E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Making Predictions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59BA4439-CD5B-D924-26E8-AEED1FA5F01F}"/>
              </a:ext>
            </a:extLst>
          </p:cNvPr>
          <p:cNvSpPr txBox="1"/>
          <p:nvPr/>
        </p:nvSpPr>
        <p:spPr>
          <a:xfrm>
            <a:off x="833907" y="1362662"/>
            <a:ext cx="148590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Resources: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9EAF3D-1620-F72F-C42D-C303FE554075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BEA507-39D5-3190-C46C-1F0AD1616B31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626A17-E980-9B8E-6B6C-B21973A25D40}"/>
              </a:ext>
            </a:extLst>
          </p:cNvPr>
          <p:cNvSpPr txBox="1"/>
          <p:nvPr/>
        </p:nvSpPr>
        <p:spPr>
          <a:xfrm>
            <a:off x="833907" y="2702753"/>
            <a:ext cx="12120093" cy="1499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Lv1 1: ML Starter Pack</a:t>
            </a:r>
            <a:endParaRPr lang="en-US" sz="3200" dirty="0">
              <a:solidFill>
                <a:schemeClr val="bg1"/>
              </a:soli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  <a:p>
            <a:pPr>
              <a:lnSpc>
                <a:spcPct val="150000"/>
              </a:lnSpc>
              <a:spcBef>
                <a:spcPct val="0"/>
              </a:spcBef>
            </a:pPr>
            <a:endParaRPr lang="en-US" sz="3200" dirty="0">
              <a:solidFill>
                <a:schemeClr val="bg1"/>
              </a:soli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662887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AD0BF-E168-FED8-7E15-2CBD3EB6E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>
            <a:extLst>
              <a:ext uri="{FF2B5EF4-FFF2-40B4-BE49-F238E27FC236}">
                <a16:creationId xmlns:a16="http://schemas.microsoft.com/office/drawing/2014/main" id="{2427FCA4-BCAC-45B8-5055-0A7AFCE794CD}"/>
              </a:ext>
            </a:extLst>
          </p:cNvPr>
          <p:cNvSpPr txBox="1"/>
          <p:nvPr/>
        </p:nvSpPr>
        <p:spPr>
          <a:xfrm>
            <a:off x="15813596" y="9591773"/>
            <a:ext cx="168921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Page |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FE56DC-0EA8-8DA3-43F9-9F395A831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51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B8B1859-E77D-9C7B-582A-8D7AA9140F74}"/>
              </a:ext>
            </a:extLst>
          </p:cNvPr>
          <p:cNvSpPr txBox="1"/>
          <p:nvPr/>
        </p:nvSpPr>
        <p:spPr>
          <a:xfrm>
            <a:off x="914400" y="378915"/>
            <a:ext cx="3680789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Making Predictions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1828C7E0-9A15-19E0-3893-5CB450517EED}"/>
              </a:ext>
            </a:extLst>
          </p:cNvPr>
          <p:cNvSpPr txBox="1"/>
          <p:nvPr/>
        </p:nvSpPr>
        <p:spPr>
          <a:xfrm>
            <a:off x="833907" y="1362662"/>
            <a:ext cx="148590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Class Conducted By: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F594BA0-6663-F397-637C-DDD62FF69EB2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D9776BF-6FBF-395D-28AC-B64812522BE7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65BF27-5A53-9FA5-9363-0F01CA695F0B}"/>
              </a:ext>
            </a:extLst>
          </p:cNvPr>
          <p:cNvSpPr txBox="1"/>
          <p:nvPr/>
        </p:nvSpPr>
        <p:spPr>
          <a:xfrm>
            <a:off x="833907" y="2702753"/>
            <a:ext cx="4423893" cy="22385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Naveed </a:t>
            </a:r>
            <a:r>
              <a:rPr lang="en-US" sz="3200" dirty="0" err="1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Lihazi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.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	Batch: 2k20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endParaRPr lang="en-US" sz="3200" dirty="0">
              <a:solidFill>
                <a:schemeClr val="bg1"/>
              </a:soli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F760EA-393D-A545-6FCB-7601C50FD09D}"/>
              </a:ext>
            </a:extLst>
          </p:cNvPr>
          <p:cNvSpPr txBox="1"/>
          <p:nvPr/>
        </p:nvSpPr>
        <p:spPr>
          <a:xfrm>
            <a:off x="9982200" y="2738603"/>
            <a:ext cx="4423893" cy="22385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Swapnil Kundu.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	Batch: 2k20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endParaRPr lang="en-US" sz="3200" dirty="0">
              <a:solidFill>
                <a:schemeClr val="bg1"/>
              </a:soli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73D5443-A2A2-F264-6AD7-B5218A500FF1}"/>
              </a:ext>
            </a:extLst>
          </p:cNvPr>
          <p:cNvSpPr txBox="1"/>
          <p:nvPr/>
        </p:nvSpPr>
        <p:spPr>
          <a:xfrm>
            <a:off x="876301" y="4977165"/>
            <a:ext cx="148590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6600" dirty="0">
                <a:gradFill flip="none" rotWithShape="1">
                  <a:gsLst>
                    <a:gs pos="0">
                      <a:srgbClr val="2B98E9"/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Slides Prepared By: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6B18E0-0CDF-5D3C-DB55-E5E20BF4E8E9}"/>
              </a:ext>
            </a:extLst>
          </p:cNvPr>
          <p:cNvSpPr txBox="1"/>
          <p:nvPr/>
        </p:nvSpPr>
        <p:spPr>
          <a:xfrm>
            <a:off x="9997225" y="6621656"/>
            <a:ext cx="4423893" cy="22385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Naveed </a:t>
            </a:r>
            <a:r>
              <a:rPr lang="en-US" sz="3200" dirty="0" err="1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Lihazi</a:t>
            </a: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.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	Batch: 2k20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endParaRPr lang="en-US" sz="3200" dirty="0">
              <a:solidFill>
                <a:schemeClr val="bg1"/>
              </a:soli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E9CC39-650C-8CA9-ABCC-4E5BCC39305F}"/>
              </a:ext>
            </a:extLst>
          </p:cNvPr>
          <p:cNvSpPr txBox="1"/>
          <p:nvPr/>
        </p:nvSpPr>
        <p:spPr>
          <a:xfrm>
            <a:off x="833906" y="6658683"/>
            <a:ext cx="4423893" cy="22385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§"/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Efty Hasan.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sz="3200" dirty="0">
                <a:solidFill>
                  <a:schemeClr val="bg1"/>
                </a:solidFill>
                <a:latin typeface="Poppins" panose="00000500000000000000" pitchFamily="2" charset="0"/>
                <a:ea typeface="Open Sans"/>
                <a:cs typeface="Poppins" panose="00000500000000000000" pitchFamily="2" charset="0"/>
                <a:sym typeface="Open Sans"/>
              </a:rPr>
              <a:t>	Batch: 2k20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endParaRPr lang="en-US" sz="3200" dirty="0">
              <a:solidFill>
                <a:schemeClr val="bg1"/>
              </a:solidFill>
              <a:latin typeface="Poppins" panose="00000500000000000000" pitchFamily="2" charset="0"/>
              <a:ea typeface="Open Sans"/>
              <a:cs typeface="Poppins" panose="00000500000000000000" pitchFamily="2" charset="0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19084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A3B5D-A158-D49B-513D-BA7347844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1">
            <a:extLst>
              <a:ext uri="{FF2B5EF4-FFF2-40B4-BE49-F238E27FC236}">
                <a16:creationId xmlns:a16="http://schemas.microsoft.com/office/drawing/2014/main" id="{BB661E52-A6A7-249B-32EC-83A2370B23F4}"/>
              </a:ext>
            </a:extLst>
          </p:cNvPr>
          <p:cNvSpPr txBox="1"/>
          <p:nvPr/>
        </p:nvSpPr>
        <p:spPr>
          <a:xfrm>
            <a:off x="2484484" y="4016828"/>
            <a:ext cx="13319032" cy="2558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33"/>
              </a:lnSpc>
            </a:pPr>
            <a:r>
              <a:rPr lang="en-US" sz="18844" dirty="0">
                <a:gradFill flip="none" rotWithShape="1">
                  <a:gsLst>
                    <a:gs pos="0">
                      <a:srgbClr val="2B98E9">
                        <a:lumMod val="100000"/>
                      </a:srgbClr>
                    </a:gs>
                    <a:gs pos="100000">
                      <a:srgbClr val="66FFCC"/>
                    </a:gs>
                  </a:gsLst>
                  <a:lin ang="0" scaled="1"/>
                  <a:tileRect/>
                </a:gradFill>
                <a:latin typeface="Poppins" panose="00000500000000000000" pitchFamily="2" charset="0"/>
                <a:ea typeface="Aperture"/>
                <a:cs typeface="Poppins" panose="00000500000000000000" pitchFamily="2" charset="0"/>
                <a:sym typeface="Aperture"/>
              </a:rPr>
              <a:t>Thank You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7D56BB-C933-A9BA-14C9-C5CBF271D49D}"/>
              </a:ext>
            </a:extLst>
          </p:cNvPr>
          <p:cNvSpPr/>
          <p:nvPr/>
        </p:nvSpPr>
        <p:spPr>
          <a:xfrm flipV="1">
            <a:off x="4595189" y="57150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6C2427-B9D4-0067-AB02-E6F4593C7C09}"/>
              </a:ext>
            </a:extLst>
          </p:cNvPr>
          <p:cNvSpPr/>
          <p:nvPr/>
        </p:nvSpPr>
        <p:spPr>
          <a:xfrm flipV="1">
            <a:off x="0" y="9692640"/>
            <a:ext cx="13716000" cy="45719"/>
          </a:xfrm>
          <a:prstGeom prst="rect">
            <a:avLst/>
          </a:prstGeom>
          <a:gradFill flip="none" rotWithShape="1">
            <a:gsLst>
              <a:gs pos="0">
                <a:srgbClr val="2B98E9">
                  <a:lumMod val="100000"/>
                  <a:alpha val="62000"/>
                </a:srgbClr>
              </a:gs>
              <a:gs pos="100000">
                <a:srgbClr val="66FFCC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622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</TotalTime>
  <Words>2187</Words>
  <Application>Microsoft Office PowerPoint</Application>
  <PresentationFormat>Custom</PresentationFormat>
  <Paragraphs>497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9" baseType="lpstr">
      <vt:lpstr>Keep Calm Med</vt:lpstr>
      <vt:lpstr>Calibri</vt:lpstr>
      <vt:lpstr>Cambria Math</vt:lpstr>
      <vt:lpstr>Arial</vt:lpstr>
      <vt:lpstr>Poppins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Black Modern Artificial Intelligence Presentation</dc:title>
  <dc:creator>Efty Hasan</dc:creator>
  <cp:lastModifiedBy>Efty Hasan</cp:lastModifiedBy>
  <cp:revision>61</cp:revision>
  <dcterms:created xsi:type="dcterms:W3CDTF">2006-08-16T00:00:00Z</dcterms:created>
  <dcterms:modified xsi:type="dcterms:W3CDTF">2026-01-30T08:32:29Z</dcterms:modified>
  <dc:identifier>DAG_s5xWbZQ</dc:identifier>
</cp:coreProperties>
</file>