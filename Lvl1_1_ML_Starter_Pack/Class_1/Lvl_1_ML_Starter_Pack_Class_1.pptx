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78" r:id="rId3"/>
    <p:sldId id="279" r:id="rId4"/>
    <p:sldId id="266" r:id="rId5"/>
    <p:sldId id="280" r:id="rId6"/>
    <p:sldId id="281" r:id="rId7"/>
    <p:sldId id="282" r:id="rId8"/>
    <p:sldId id="283" r:id="rId9"/>
    <p:sldId id="284" r:id="rId10"/>
    <p:sldId id="28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67" r:id="rId22"/>
  </p:sldIdLst>
  <p:sldSz cx="18288000" cy="10287000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Keep Calm Med" pitchFamily="2" charset="0"/>
      <p:regular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60" userDrawn="1">
          <p15:clr>
            <a:srgbClr val="A4A3A4"/>
          </p15:clr>
        </p15:guide>
        <p15:guide id="4" orient="horz" pos="6120" userDrawn="1">
          <p15:clr>
            <a:srgbClr val="A4A3A4"/>
          </p15:clr>
        </p15:guide>
        <p15:guide id="6" pos="10944" userDrawn="1">
          <p15:clr>
            <a:srgbClr val="A4A3A4"/>
          </p15:clr>
        </p15:guide>
        <p15:guide id="7" pos="576" userDrawn="1">
          <p15:clr>
            <a:srgbClr val="A4A3A4"/>
          </p15:clr>
        </p15:guide>
        <p15:guide id="8" orient="horz" pos="2328" userDrawn="1">
          <p15:clr>
            <a:srgbClr val="A4A3A4"/>
          </p15:clr>
        </p15:guide>
        <p15:guide id="9" orient="horz" pos="4968" userDrawn="1">
          <p15:clr>
            <a:srgbClr val="A4A3A4"/>
          </p15:clr>
        </p15:guide>
        <p15:guide id="10" pos="6336" userDrawn="1">
          <p15:clr>
            <a:srgbClr val="A4A3A4"/>
          </p15:clr>
        </p15:guide>
        <p15:guide id="11" orient="horz" pos="9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9AE9"/>
    <a:srgbClr val="2B98E9"/>
    <a:srgbClr val="66FFCC"/>
    <a:srgbClr val="00FFCC"/>
    <a:srgbClr val="41A0CB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6247" autoAdjust="0"/>
  </p:normalViewPr>
  <p:slideViewPr>
    <p:cSldViewPr>
      <p:cViewPr>
        <p:scale>
          <a:sx n="73" d="100"/>
          <a:sy n="73" d="100"/>
        </p:scale>
        <p:origin x="594" y="114"/>
      </p:cViewPr>
      <p:guideLst>
        <p:guide orient="horz" pos="360"/>
        <p:guide orient="horz" pos="6120"/>
        <p:guide pos="10944"/>
        <p:guide pos="576"/>
        <p:guide orient="horz" pos="2328"/>
        <p:guide orient="horz" pos="4968"/>
        <p:guide pos="6336"/>
        <p:guide orient="horz" pos="9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371D7D-388E-4026-8CC1-CD9E8E7C78E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9FFA3E1-A01A-44B4-89B0-F41CB5AEDFF6}">
      <dgm:prSet/>
      <dgm:spPr>
        <a:solidFill>
          <a:srgbClr val="2C9AE9"/>
        </a:solidFill>
      </dgm:spPr>
      <dgm:t>
        <a:bodyPr/>
        <a:lstStyle/>
        <a:p>
          <a:r>
            <a:rPr lang="en-US"/>
            <a:t>Data</a:t>
          </a:r>
        </a:p>
      </dgm:t>
    </dgm:pt>
    <dgm:pt modelId="{62A4E407-F0A7-4E43-B91A-9FE80174EFA9}" type="parTrans" cxnId="{0C5FE2FE-0ADB-4CDE-ACD7-A346D0943351}">
      <dgm:prSet/>
      <dgm:spPr/>
      <dgm:t>
        <a:bodyPr/>
        <a:lstStyle/>
        <a:p>
          <a:endParaRPr lang="en-US"/>
        </a:p>
      </dgm:t>
    </dgm:pt>
    <dgm:pt modelId="{AE0C7F30-D1EC-43BD-A2B6-1D44F0862321}" type="sibTrans" cxnId="{0C5FE2FE-0ADB-4CDE-ACD7-A346D0943351}">
      <dgm:prSet/>
      <dgm:spPr/>
      <dgm:t>
        <a:bodyPr/>
        <a:lstStyle/>
        <a:p>
          <a:endParaRPr lang="en-US"/>
        </a:p>
      </dgm:t>
    </dgm:pt>
    <dgm:pt modelId="{AA513805-B015-4C32-B9CB-36D9CB4D0EB1}">
      <dgm:prSet/>
      <dgm:spPr>
        <a:solidFill>
          <a:srgbClr val="2C9AE9"/>
        </a:solidFill>
      </dgm:spPr>
      <dgm:t>
        <a:bodyPr/>
        <a:lstStyle/>
        <a:p>
          <a:r>
            <a:rPr lang="en-US"/>
            <a:t>Format</a:t>
          </a:r>
        </a:p>
      </dgm:t>
    </dgm:pt>
    <dgm:pt modelId="{67BC17DD-C68A-4178-86A6-3A24B6776873}" type="parTrans" cxnId="{DA9D9AA8-C7E2-41F2-8007-4B85FEF3AF05}">
      <dgm:prSet/>
      <dgm:spPr/>
      <dgm:t>
        <a:bodyPr/>
        <a:lstStyle/>
        <a:p>
          <a:endParaRPr lang="en-US"/>
        </a:p>
      </dgm:t>
    </dgm:pt>
    <dgm:pt modelId="{83C32DEF-079C-4427-A2BB-EECBB45BD449}" type="sibTrans" cxnId="{DA9D9AA8-C7E2-41F2-8007-4B85FEF3AF05}">
      <dgm:prSet/>
      <dgm:spPr/>
      <dgm:t>
        <a:bodyPr/>
        <a:lstStyle/>
        <a:p>
          <a:endParaRPr lang="en-US"/>
        </a:p>
      </dgm:t>
    </dgm:pt>
    <dgm:pt modelId="{F5C71A99-2812-4C27-BAD4-851B33A9B6EF}">
      <dgm:prSet/>
      <dgm:spPr>
        <a:solidFill>
          <a:srgbClr val="2C9AE9"/>
        </a:solidFill>
      </dgm:spPr>
      <dgm:t>
        <a:bodyPr/>
        <a:lstStyle/>
        <a:p>
          <a:r>
            <a:rPr lang="en-US" dirty="0"/>
            <a:t>Structured Data</a:t>
          </a:r>
        </a:p>
      </dgm:t>
    </dgm:pt>
    <dgm:pt modelId="{9F1EF75A-447F-4B78-8A9B-DE210411BF8C}" type="parTrans" cxnId="{1768D3A6-80ED-417B-AD06-B57986BD214F}">
      <dgm:prSet/>
      <dgm:spPr/>
      <dgm:t>
        <a:bodyPr/>
        <a:lstStyle/>
        <a:p>
          <a:endParaRPr lang="en-US"/>
        </a:p>
      </dgm:t>
    </dgm:pt>
    <dgm:pt modelId="{2FCF0409-DDFD-410E-996F-5D1F0003B58D}" type="sibTrans" cxnId="{1768D3A6-80ED-417B-AD06-B57986BD214F}">
      <dgm:prSet/>
      <dgm:spPr/>
      <dgm:t>
        <a:bodyPr/>
        <a:lstStyle/>
        <a:p>
          <a:endParaRPr lang="en-US"/>
        </a:p>
      </dgm:t>
    </dgm:pt>
    <dgm:pt modelId="{00F65789-34E0-4AC4-B80D-9065202547CC}">
      <dgm:prSet/>
      <dgm:spPr>
        <a:solidFill>
          <a:srgbClr val="2C9AE9"/>
        </a:solidFill>
      </dgm:spPr>
      <dgm:t>
        <a:bodyPr/>
        <a:lstStyle/>
        <a:p>
          <a:r>
            <a:rPr lang="en-US" dirty="0"/>
            <a:t>Unstructured Data</a:t>
          </a:r>
        </a:p>
      </dgm:t>
    </dgm:pt>
    <dgm:pt modelId="{D67C7F0C-CA37-409F-A608-4FAD19014594}" type="parTrans" cxnId="{33FF0881-7528-4BB5-AC41-D18E518DA9BB}">
      <dgm:prSet/>
      <dgm:spPr/>
      <dgm:t>
        <a:bodyPr/>
        <a:lstStyle/>
        <a:p>
          <a:endParaRPr lang="en-US"/>
        </a:p>
      </dgm:t>
    </dgm:pt>
    <dgm:pt modelId="{E3F84C5D-D75D-447E-B6B1-6C4292592E64}" type="sibTrans" cxnId="{33FF0881-7528-4BB5-AC41-D18E518DA9BB}">
      <dgm:prSet/>
      <dgm:spPr/>
      <dgm:t>
        <a:bodyPr/>
        <a:lstStyle/>
        <a:p>
          <a:endParaRPr lang="en-US"/>
        </a:p>
      </dgm:t>
    </dgm:pt>
    <dgm:pt modelId="{18918EEC-C75A-42C3-8773-BDC357734373}">
      <dgm:prSet/>
      <dgm:spPr>
        <a:solidFill>
          <a:srgbClr val="2C9AE9"/>
        </a:solidFill>
      </dgm:spPr>
      <dgm:t>
        <a:bodyPr/>
        <a:lstStyle/>
        <a:p>
          <a:r>
            <a:rPr lang="en-US"/>
            <a:t>Statistical</a:t>
          </a:r>
        </a:p>
      </dgm:t>
    </dgm:pt>
    <dgm:pt modelId="{6B4F3760-CE60-4C9D-9534-714E4225E4CB}" type="parTrans" cxnId="{F1E78006-31CB-491F-AD78-7038F1C73096}">
      <dgm:prSet/>
      <dgm:spPr/>
      <dgm:t>
        <a:bodyPr/>
        <a:lstStyle/>
        <a:p>
          <a:endParaRPr lang="en-US"/>
        </a:p>
      </dgm:t>
    </dgm:pt>
    <dgm:pt modelId="{A95ACD18-1401-4297-9A16-3F155D0AAD03}" type="sibTrans" cxnId="{F1E78006-31CB-491F-AD78-7038F1C73096}">
      <dgm:prSet/>
      <dgm:spPr/>
      <dgm:t>
        <a:bodyPr/>
        <a:lstStyle/>
        <a:p>
          <a:endParaRPr lang="en-US"/>
        </a:p>
      </dgm:t>
    </dgm:pt>
    <dgm:pt modelId="{4073C612-19D6-4B90-BDA8-9383B984FBB7}">
      <dgm:prSet/>
      <dgm:spPr>
        <a:solidFill>
          <a:srgbClr val="2C9AE9"/>
        </a:solidFill>
      </dgm:spPr>
      <dgm:t>
        <a:bodyPr/>
        <a:lstStyle/>
        <a:p>
          <a:r>
            <a:rPr lang="en-US"/>
            <a:t>Numerical (Quantitative)</a:t>
          </a:r>
        </a:p>
      </dgm:t>
    </dgm:pt>
    <dgm:pt modelId="{D77DD2E1-8196-48B8-AE73-BE2D382E6213}" type="parTrans" cxnId="{47D7F672-6612-486B-B523-AE8A8FB6BC1A}">
      <dgm:prSet/>
      <dgm:spPr/>
      <dgm:t>
        <a:bodyPr/>
        <a:lstStyle/>
        <a:p>
          <a:endParaRPr lang="en-US"/>
        </a:p>
      </dgm:t>
    </dgm:pt>
    <dgm:pt modelId="{A2CF6522-CC3E-460C-B63F-C9CC9AAAE1C6}" type="sibTrans" cxnId="{47D7F672-6612-486B-B523-AE8A8FB6BC1A}">
      <dgm:prSet/>
      <dgm:spPr/>
      <dgm:t>
        <a:bodyPr/>
        <a:lstStyle/>
        <a:p>
          <a:endParaRPr lang="en-US"/>
        </a:p>
      </dgm:t>
    </dgm:pt>
    <dgm:pt modelId="{05940FD7-0269-4268-8A05-D10B3CC6DAC5}">
      <dgm:prSet/>
      <dgm:spPr>
        <a:solidFill>
          <a:srgbClr val="2C9AE9"/>
        </a:solidFill>
      </dgm:spPr>
      <dgm:t>
        <a:bodyPr/>
        <a:lstStyle/>
        <a:p>
          <a:r>
            <a:rPr lang="en-US" dirty="0"/>
            <a:t>Continuous</a:t>
          </a:r>
        </a:p>
      </dgm:t>
    </dgm:pt>
    <dgm:pt modelId="{F4082644-BC60-49E6-85B0-DFDD385BBA2F}" type="parTrans" cxnId="{4E426AAE-2E6D-4EF6-BBB5-633258C46197}">
      <dgm:prSet/>
      <dgm:spPr/>
      <dgm:t>
        <a:bodyPr/>
        <a:lstStyle/>
        <a:p>
          <a:endParaRPr lang="en-US"/>
        </a:p>
      </dgm:t>
    </dgm:pt>
    <dgm:pt modelId="{3E3E44C4-7E2E-47DD-9C6C-81F2E69F6F63}" type="sibTrans" cxnId="{4E426AAE-2E6D-4EF6-BBB5-633258C46197}">
      <dgm:prSet/>
      <dgm:spPr/>
      <dgm:t>
        <a:bodyPr/>
        <a:lstStyle/>
        <a:p>
          <a:endParaRPr lang="en-US"/>
        </a:p>
      </dgm:t>
    </dgm:pt>
    <dgm:pt modelId="{5FD08A2C-1476-44F3-B6D7-2D308975014D}">
      <dgm:prSet/>
      <dgm:spPr>
        <a:solidFill>
          <a:srgbClr val="2C9AE9"/>
        </a:solidFill>
      </dgm:spPr>
      <dgm:t>
        <a:bodyPr/>
        <a:lstStyle/>
        <a:p>
          <a:r>
            <a:rPr lang="en-US" dirty="0"/>
            <a:t>Discrete</a:t>
          </a:r>
        </a:p>
      </dgm:t>
    </dgm:pt>
    <dgm:pt modelId="{3E19EE53-C624-46B0-8E84-A1CB356B0D00}" type="parTrans" cxnId="{8482631C-A155-4F1F-9823-0608AD5F5B27}">
      <dgm:prSet/>
      <dgm:spPr/>
      <dgm:t>
        <a:bodyPr/>
        <a:lstStyle/>
        <a:p>
          <a:endParaRPr lang="en-US"/>
        </a:p>
      </dgm:t>
    </dgm:pt>
    <dgm:pt modelId="{ECABC796-5835-4BD6-AECF-C326597A3D1E}" type="sibTrans" cxnId="{8482631C-A155-4F1F-9823-0608AD5F5B27}">
      <dgm:prSet/>
      <dgm:spPr/>
      <dgm:t>
        <a:bodyPr/>
        <a:lstStyle/>
        <a:p>
          <a:endParaRPr lang="en-US"/>
        </a:p>
      </dgm:t>
    </dgm:pt>
    <dgm:pt modelId="{FBDEB4E6-EE5B-4308-8F4F-57D0953BA333}">
      <dgm:prSet/>
      <dgm:spPr>
        <a:solidFill>
          <a:srgbClr val="2C9AE9"/>
        </a:solidFill>
      </dgm:spPr>
      <dgm:t>
        <a:bodyPr/>
        <a:lstStyle/>
        <a:p>
          <a:r>
            <a:rPr lang="en-US"/>
            <a:t>Categorical (Qualitative)</a:t>
          </a:r>
        </a:p>
      </dgm:t>
    </dgm:pt>
    <dgm:pt modelId="{F210CF1E-FFF8-4B67-AD74-64FBA3156944}" type="parTrans" cxnId="{64654129-38BF-4EFF-A454-95D5FA0E090A}">
      <dgm:prSet/>
      <dgm:spPr/>
      <dgm:t>
        <a:bodyPr/>
        <a:lstStyle/>
        <a:p>
          <a:endParaRPr lang="en-US"/>
        </a:p>
      </dgm:t>
    </dgm:pt>
    <dgm:pt modelId="{8267C29C-CAA1-4DD7-A7F9-18BDB23C26D8}" type="sibTrans" cxnId="{64654129-38BF-4EFF-A454-95D5FA0E090A}">
      <dgm:prSet/>
      <dgm:spPr/>
      <dgm:t>
        <a:bodyPr/>
        <a:lstStyle/>
        <a:p>
          <a:endParaRPr lang="en-US"/>
        </a:p>
      </dgm:t>
    </dgm:pt>
    <dgm:pt modelId="{AF4A11EE-F595-44D2-BB49-94E588A44114}">
      <dgm:prSet/>
      <dgm:spPr>
        <a:solidFill>
          <a:srgbClr val="2C9AE9"/>
        </a:solidFill>
      </dgm:spPr>
      <dgm:t>
        <a:bodyPr/>
        <a:lstStyle/>
        <a:p>
          <a:r>
            <a:rPr lang="en-US" dirty="0"/>
            <a:t>Nominal</a:t>
          </a:r>
        </a:p>
      </dgm:t>
    </dgm:pt>
    <dgm:pt modelId="{F657555B-8CFC-42C6-AA4D-71C7C38EF7F3}" type="parTrans" cxnId="{39C07C45-4E12-415A-899E-5790B05E2756}">
      <dgm:prSet/>
      <dgm:spPr/>
      <dgm:t>
        <a:bodyPr/>
        <a:lstStyle/>
        <a:p>
          <a:endParaRPr lang="en-US"/>
        </a:p>
      </dgm:t>
    </dgm:pt>
    <dgm:pt modelId="{3F2BC84E-D0D2-46E9-AF3B-BB3FBB92D42F}" type="sibTrans" cxnId="{39C07C45-4E12-415A-899E-5790B05E2756}">
      <dgm:prSet/>
      <dgm:spPr/>
      <dgm:t>
        <a:bodyPr/>
        <a:lstStyle/>
        <a:p>
          <a:endParaRPr lang="en-US"/>
        </a:p>
      </dgm:t>
    </dgm:pt>
    <dgm:pt modelId="{28749258-AB35-41A2-9EE9-BEE1E4118DC5}">
      <dgm:prSet/>
      <dgm:spPr>
        <a:solidFill>
          <a:srgbClr val="2C9AE9"/>
        </a:solidFill>
      </dgm:spPr>
      <dgm:t>
        <a:bodyPr/>
        <a:lstStyle/>
        <a:p>
          <a:r>
            <a:rPr lang="en-US" dirty="0"/>
            <a:t>Ordinal</a:t>
          </a:r>
        </a:p>
      </dgm:t>
    </dgm:pt>
    <dgm:pt modelId="{11F2900D-D584-4F74-8885-25BA15FB3A4B}" type="parTrans" cxnId="{E86AE24F-F5C8-4B30-B489-DCB67FFA5E2A}">
      <dgm:prSet/>
      <dgm:spPr/>
      <dgm:t>
        <a:bodyPr/>
        <a:lstStyle/>
        <a:p>
          <a:endParaRPr lang="en-US"/>
        </a:p>
      </dgm:t>
    </dgm:pt>
    <dgm:pt modelId="{E263306F-516A-4EB3-8367-8927D0D3966D}" type="sibTrans" cxnId="{E86AE24F-F5C8-4B30-B489-DCB67FFA5E2A}">
      <dgm:prSet/>
      <dgm:spPr/>
      <dgm:t>
        <a:bodyPr/>
        <a:lstStyle/>
        <a:p>
          <a:endParaRPr lang="en-US"/>
        </a:p>
      </dgm:t>
    </dgm:pt>
    <dgm:pt modelId="{0503E169-20F7-4BE8-A4E6-AB4B5809CE53}" type="pres">
      <dgm:prSet presAssocID="{B4371D7D-388E-4026-8CC1-CD9E8E7C78E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EE09475-6D28-4B88-87F2-8ADE25681824}" type="pres">
      <dgm:prSet presAssocID="{C9FFA3E1-A01A-44B4-89B0-F41CB5AEDFF6}" presName="hierRoot1" presStyleCnt="0">
        <dgm:presLayoutVars>
          <dgm:hierBranch val="init"/>
        </dgm:presLayoutVars>
      </dgm:prSet>
      <dgm:spPr/>
    </dgm:pt>
    <dgm:pt modelId="{3FE68C51-0150-471C-9AB6-DC6461364F19}" type="pres">
      <dgm:prSet presAssocID="{C9FFA3E1-A01A-44B4-89B0-F41CB5AEDFF6}" presName="rootComposite1" presStyleCnt="0"/>
      <dgm:spPr/>
    </dgm:pt>
    <dgm:pt modelId="{AC2AA954-0BEB-4597-9FB7-C0F735376D3E}" type="pres">
      <dgm:prSet presAssocID="{C9FFA3E1-A01A-44B4-89B0-F41CB5AEDFF6}" presName="rootText1" presStyleLbl="node0" presStyleIdx="0" presStyleCnt="1">
        <dgm:presLayoutVars>
          <dgm:chPref val="3"/>
        </dgm:presLayoutVars>
      </dgm:prSet>
      <dgm:spPr/>
    </dgm:pt>
    <dgm:pt modelId="{C168ACA0-2009-4D69-AA22-8C1BAC5EADA0}" type="pres">
      <dgm:prSet presAssocID="{C9FFA3E1-A01A-44B4-89B0-F41CB5AEDFF6}" presName="rootConnector1" presStyleLbl="node1" presStyleIdx="0" presStyleCnt="0"/>
      <dgm:spPr/>
    </dgm:pt>
    <dgm:pt modelId="{87064BFE-423A-4675-A646-8767630DF032}" type="pres">
      <dgm:prSet presAssocID="{C9FFA3E1-A01A-44B4-89B0-F41CB5AEDFF6}" presName="hierChild2" presStyleCnt="0"/>
      <dgm:spPr/>
    </dgm:pt>
    <dgm:pt modelId="{41003241-9D11-49A5-85F8-E6CD5E448406}" type="pres">
      <dgm:prSet presAssocID="{67BC17DD-C68A-4178-86A6-3A24B6776873}" presName="Name37" presStyleLbl="parChTrans1D2" presStyleIdx="0" presStyleCnt="2"/>
      <dgm:spPr/>
    </dgm:pt>
    <dgm:pt modelId="{B1BD81AE-1DEF-400E-8917-97AB4CE6FB08}" type="pres">
      <dgm:prSet presAssocID="{AA513805-B015-4C32-B9CB-36D9CB4D0EB1}" presName="hierRoot2" presStyleCnt="0">
        <dgm:presLayoutVars>
          <dgm:hierBranch val="init"/>
        </dgm:presLayoutVars>
      </dgm:prSet>
      <dgm:spPr/>
    </dgm:pt>
    <dgm:pt modelId="{0D091E3B-877A-4107-93A7-117512789852}" type="pres">
      <dgm:prSet presAssocID="{AA513805-B015-4C32-B9CB-36D9CB4D0EB1}" presName="rootComposite" presStyleCnt="0"/>
      <dgm:spPr/>
    </dgm:pt>
    <dgm:pt modelId="{30967574-2149-4001-93ED-074AD3921AF6}" type="pres">
      <dgm:prSet presAssocID="{AA513805-B015-4C32-B9CB-36D9CB4D0EB1}" presName="rootText" presStyleLbl="node2" presStyleIdx="0" presStyleCnt="2">
        <dgm:presLayoutVars>
          <dgm:chPref val="3"/>
        </dgm:presLayoutVars>
      </dgm:prSet>
      <dgm:spPr/>
    </dgm:pt>
    <dgm:pt modelId="{DD22D4C3-F232-44ED-B526-C1262F2291B7}" type="pres">
      <dgm:prSet presAssocID="{AA513805-B015-4C32-B9CB-36D9CB4D0EB1}" presName="rootConnector" presStyleLbl="node2" presStyleIdx="0" presStyleCnt="2"/>
      <dgm:spPr/>
    </dgm:pt>
    <dgm:pt modelId="{CEBE22D9-BF00-459A-A357-69D21924A0E0}" type="pres">
      <dgm:prSet presAssocID="{AA513805-B015-4C32-B9CB-36D9CB4D0EB1}" presName="hierChild4" presStyleCnt="0"/>
      <dgm:spPr/>
    </dgm:pt>
    <dgm:pt modelId="{2F661A95-CFB7-4FF0-B2E0-F52F34084DB5}" type="pres">
      <dgm:prSet presAssocID="{9F1EF75A-447F-4B78-8A9B-DE210411BF8C}" presName="Name37" presStyleLbl="parChTrans1D3" presStyleIdx="0" presStyleCnt="4"/>
      <dgm:spPr/>
    </dgm:pt>
    <dgm:pt modelId="{F44F36EF-F699-4122-BFD1-83F1A23C9386}" type="pres">
      <dgm:prSet presAssocID="{F5C71A99-2812-4C27-BAD4-851B33A9B6EF}" presName="hierRoot2" presStyleCnt="0">
        <dgm:presLayoutVars>
          <dgm:hierBranch val="init"/>
        </dgm:presLayoutVars>
      </dgm:prSet>
      <dgm:spPr/>
    </dgm:pt>
    <dgm:pt modelId="{0E096353-FD8B-4281-A772-CD0E10083EBC}" type="pres">
      <dgm:prSet presAssocID="{F5C71A99-2812-4C27-BAD4-851B33A9B6EF}" presName="rootComposite" presStyleCnt="0"/>
      <dgm:spPr/>
    </dgm:pt>
    <dgm:pt modelId="{00ED88E2-D3D1-4EC0-AD7D-0519BCCA3228}" type="pres">
      <dgm:prSet presAssocID="{F5C71A99-2812-4C27-BAD4-851B33A9B6EF}" presName="rootText" presStyleLbl="node3" presStyleIdx="0" presStyleCnt="4">
        <dgm:presLayoutVars>
          <dgm:chPref val="3"/>
        </dgm:presLayoutVars>
      </dgm:prSet>
      <dgm:spPr/>
    </dgm:pt>
    <dgm:pt modelId="{750724D5-C4F8-40A9-B83E-15FB0E72B1EC}" type="pres">
      <dgm:prSet presAssocID="{F5C71A99-2812-4C27-BAD4-851B33A9B6EF}" presName="rootConnector" presStyleLbl="node3" presStyleIdx="0" presStyleCnt="4"/>
      <dgm:spPr/>
    </dgm:pt>
    <dgm:pt modelId="{3E199CEF-34E1-4E09-AB5D-4FD261C9C32E}" type="pres">
      <dgm:prSet presAssocID="{F5C71A99-2812-4C27-BAD4-851B33A9B6EF}" presName="hierChild4" presStyleCnt="0"/>
      <dgm:spPr/>
    </dgm:pt>
    <dgm:pt modelId="{74D82AE6-58C9-4313-9F8F-75D9A6BF861D}" type="pres">
      <dgm:prSet presAssocID="{F5C71A99-2812-4C27-BAD4-851B33A9B6EF}" presName="hierChild5" presStyleCnt="0"/>
      <dgm:spPr/>
    </dgm:pt>
    <dgm:pt modelId="{F1917846-425D-4D98-9799-47D540F33834}" type="pres">
      <dgm:prSet presAssocID="{D67C7F0C-CA37-409F-A608-4FAD19014594}" presName="Name37" presStyleLbl="parChTrans1D3" presStyleIdx="1" presStyleCnt="4"/>
      <dgm:spPr/>
    </dgm:pt>
    <dgm:pt modelId="{80E2066B-7A53-468A-A7BD-D041D4B41030}" type="pres">
      <dgm:prSet presAssocID="{00F65789-34E0-4AC4-B80D-9065202547CC}" presName="hierRoot2" presStyleCnt="0">
        <dgm:presLayoutVars>
          <dgm:hierBranch val="init"/>
        </dgm:presLayoutVars>
      </dgm:prSet>
      <dgm:spPr/>
    </dgm:pt>
    <dgm:pt modelId="{AB4D4759-6557-41E8-A4C5-1B8AAABFF8FC}" type="pres">
      <dgm:prSet presAssocID="{00F65789-34E0-4AC4-B80D-9065202547CC}" presName="rootComposite" presStyleCnt="0"/>
      <dgm:spPr/>
    </dgm:pt>
    <dgm:pt modelId="{8A98DBB0-A38E-4D03-8DA6-7CD8A7374B20}" type="pres">
      <dgm:prSet presAssocID="{00F65789-34E0-4AC4-B80D-9065202547CC}" presName="rootText" presStyleLbl="node3" presStyleIdx="1" presStyleCnt="4">
        <dgm:presLayoutVars>
          <dgm:chPref val="3"/>
        </dgm:presLayoutVars>
      </dgm:prSet>
      <dgm:spPr/>
    </dgm:pt>
    <dgm:pt modelId="{D338227F-13B0-4CCC-8DDF-71B75D3B309D}" type="pres">
      <dgm:prSet presAssocID="{00F65789-34E0-4AC4-B80D-9065202547CC}" presName="rootConnector" presStyleLbl="node3" presStyleIdx="1" presStyleCnt="4"/>
      <dgm:spPr/>
    </dgm:pt>
    <dgm:pt modelId="{5B4D11B4-64E9-427B-A3CF-6B3FC1DBCE64}" type="pres">
      <dgm:prSet presAssocID="{00F65789-34E0-4AC4-B80D-9065202547CC}" presName="hierChild4" presStyleCnt="0"/>
      <dgm:spPr/>
    </dgm:pt>
    <dgm:pt modelId="{813E8185-A8CA-4A64-BA3C-18FAC5ACEAB3}" type="pres">
      <dgm:prSet presAssocID="{00F65789-34E0-4AC4-B80D-9065202547CC}" presName="hierChild5" presStyleCnt="0"/>
      <dgm:spPr/>
    </dgm:pt>
    <dgm:pt modelId="{33966B2C-E57C-4545-85D2-4C362C5582DE}" type="pres">
      <dgm:prSet presAssocID="{AA513805-B015-4C32-B9CB-36D9CB4D0EB1}" presName="hierChild5" presStyleCnt="0"/>
      <dgm:spPr/>
    </dgm:pt>
    <dgm:pt modelId="{A9A5D7EA-4FAD-431A-8A79-1859A45BCD86}" type="pres">
      <dgm:prSet presAssocID="{6B4F3760-CE60-4C9D-9534-714E4225E4CB}" presName="Name37" presStyleLbl="parChTrans1D2" presStyleIdx="1" presStyleCnt="2"/>
      <dgm:spPr/>
    </dgm:pt>
    <dgm:pt modelId="{5D81DE05-4574-474E-A94C-0B7406DA427C}" type="pres">
      <dgm:prSet presAssocID="{18918EEC-C75A-42C3-8773-BDC357734373}" presName="hierRoot2" presStyleCnt="0">
        <dgm:presLayoutVars>
          <dgm:hierBranch val="init"/>
        </dgm:presLayoutVars>
      </dgm:prSet>
      <dgm:spPr/>
    </dgm:pt>
    <dgm:pt modelId="{57CA64FE-5E03-41AE-8A56-D98CA5937484}" type="pres">
      <dgm:prSet presAssocID="{18918EEC-C75A-42C3-8773-BDC357734373}" presName="rootComposite" presStyleCnt="0"/>
      <dgm:spPr/>
    </dgm:pt>
    <dgm:pt modelId="{30F431E9-6320-45A1-B8CE-D13D4C4ADEE7}" type="pres">
      <dgm:prSet presAssocID="{18918EEC-C75A-42C3-8773-BDC357734373}" presName="rootText" presStyleLbl="node2" presStyleIdx="1" presStyleCnt="2">
        <dgm:presLayoutVars>
          <dgm:chPref val="3"/>
        </dgm:presLayoutVars>
      </dgm:prSet>
      <dgm:spPr/>
    </dgm:pt>
    <dgm:pt modelId="{558C3619-4B14-4B05-ACC1-A85024CB6CB8}" type="pres">
      <dgm:prSet presAssocID="{18918EEC-C75A-42C3-8773-BDC357734373}" presName="rootConnector" presStyleLbl="node2" presStyleIdx="1" presStyleCnt="2"/>
      <dgm:spPr/>
    </dgm:pt>
    <dgm:pt modelId="{AAAB6F7C-2A12-4FAC-B88C-67A72D2AABB3}" type="pres">
      <dgm:prSet presAssocID="{18918EEC-C75A-42C3-8773-BDC357734373}" presName="hierChild4" presStyleCnt="0"/>
      <dgm:spPr/>
    </dgm:pt>
    <dgm:pt modelId="{85B94A77-02DA-4116-8803-DB751ED2018C}" type="pres">
      <dgm:prSet presAssocID="{D77DD2E1-8196-48B8-AE73-BE2D382E6213}" presName="Name37" presStyleLbl="parChTrans1D3" presStyleIdx="2" presStyleCnt="4"/>
      <dgm:spPr/>
    </dgm:pt>
    <dgm:pt modelId="{3BAD7D9F-24F5-4AA6-BA5D-A30E2BDD8DE7}" type="pres">
      <dgm:prSet presAssocID="{4073C612-19D6-4B90-BDA8-9383B984FBB7}" presName="hierRoot2" presStyleCnt="0">
        <dgm:presLayoutVars>
          <dgm:hierBranch val="init"/>
        </dgm:presLayoutVars>
      </dgm:prSet>
      <dgm:spPr/>
    </dgm:pt>
    <dgm:pt modelId="{C63B48B8-53BB-46D7-955C-6AA0283D3EDD}" type="pres">
      <dgm:prSet presAssocID="{4073C612-19D6-4B90-BDA8-9383B984FBB7}" presName="rootComposite" presStyleCnt="0"/>
      <dgm:spPr/>
    </dgm:pt>
    <dgm:pt modelId="{B9B1E172-8BC8-4D61-A53C-CF7126AAE332}" type="pres">
      <dgm:prSet presAssocID="{4073C612-19D6-4B90-BDA8-9383B984FBB7}" presName="rootText" presStyleLbl="node3" presStyleIdx="2" presStyleCnt="4">
        <dgm:presLayoutVars>
          <dgm:chPref val="3"/>
        </dgm:presLayoutVars>
      </dgm:prSet>
      <dgm:spPr/>
    </dgm:pt>
    <dgm:pt modelId="{A9CEBFC9-3BB6-40AD-AABE-1E2BC1230770}" type="pres">
      <dgm:prSet presAssocID="{4073C612-19D6-4B90-BDA8-9383B984FBB7}" presName="rootConnector" presStyleLbl="node3" presStyleIdx="2" presStyleCnt="4"/>
      <dgm:spPr/>
    </dgm:pt>
    <dgm:pt modelId="{0CD981B7-6880-4CBE-837B-E1987B2856B4}" type="pres">
      <dgm:prSet presAssocID="{4073C612-19D6-4B90-BDA8-9383B984FBB7}" presName="hierChild4" presStyleCnt="0"/>
      <dgm:spPr/>
    </dgm:pt>
    <dgm:pt modelId="{9E056A08-E0FA-4B54-9A38-57FBDCF81A83}" type="pres">
      <dgm:prSet presAssocID="{F4082644-BC60-49E6-85B0-DFDD385BBA2F}" presName="Name37" presStyleLbl="parChTrans1D4" presStyleIdx="0" presStyleCnt="4"/>
      <dgm:spPr/>
    </dgm:pt>
    <dgm:pt modelId="{BDF9C874-BCD6-41E7-8B8D-FE96FD3023E2}" type="pres">
      <dgm:prSet presAssocID="{05940FD7-0269-4268-8A05-D10B3CC6DAC5}" presName="hierRoot2" presStyleCnt="0">
        <dgm:presLayoutVars>
          <dgm:hierBranch val="init"/>
        </dgm:presLayoutVars>
      </dgm:prSet>
      <dgm:spPr/>
    </dgm:pt>
    <dgm:pt modelId="{56C51F2E-F0A7-4AE8-ADA6-014FA814102A}" type="pres">
      <dgm:prSet presAssocID="{05940FD7-0269-4268-8A05-D10B3CC6DAC5}" presName="rootComposite" presStyleCnt="0"/>
      <dgm:spPr/>
    </dgm:pt>
    <dgm:pt modelId="{71A7FBCC-4FF1-4418-BD9F-7D090F793F97}" type="pres">
      <dgm:prSet presAssocID="{05940FD7-0269-4268-8A05-D10B3CC6DAC5}" presName="rootText" presStyleLbl="node4" presStyleIdx="0" presStyleCnt="4">
        <dgm:presLayoutVars>
          <dgm:chPref val="3"/>
        </dgm:presLayoutVars>
      </dgm:prSet>
      <dgm:spPr/>
    </dgm:pt>
    <dgm:pt modelId="{28294103-17BC-4408-9C6D-8416EDCF9E14}" type="pres">
      <dgm:prSet presAssocID="{05940FD7-0269-4268-8A05-D10B3CC6DAC5}" presName="rootConnector" presStyleLbl="node4" presStyleIdx="0" presStyleCnt="4"/>
      <dgm:spPr/>
    </dgm:pt>
    <dgm:pt modelId="{D4B7EA90-26F7-45F6-8BE0-19CC01B01C0A}" type="pres">
      <dgm:prSet presAssocID="{05940FD7-0269-4268-8A05-D10B3CC6DAC5}" presName="hierChild4" presStyleCnt="0"/>
      <dgm:spPr/>
    </dgm:pt>
    <dgm:pt modelId="{59E2C8EF-F10F-4F69-A59F-4CFB89330834}" type="pres">
      <dgm:prSet presAssocID="{05940FD7-0269-4268-8A05-D10B3CC6DAC5}" presName="hierChild5" presStyleCnt="0"/>
      <dgm:spPr/>
    </dgm:pt>
    <dgm:pt modelId="{3FAD69DF-F147-442F-A572-20344262716E}" type="pres">
      <dgm:prSet presAssocID="{3E19EE53-C624-46B0-8E84-A1CB356B0D00}" presName="Name37" presStyleLbl="parChTrans1D4" presStyleIdx="1" presStyleCnt="4"/>
      <dgm:spPr/>
    </dgm:pt>
    <dgm:pt modelId="{8B1778C9-A834-4B8A-9DCE-95381F05EE54}" type="pres">
      <dgm:prSet presAssocID="{5FD08A2C-1476-44F3-B6D7-2D308975014D}" presName="hierRoot2" presStyleCnt="0">
        <dgm:presLayoutVars>
          <dgm:hierBranch val="init"/>
        </dgm:presLayoutVars>
      </dgm:prSet>
      <dgm:spPr/>
    </dgm:pt>
    <dgm:pt modelId="{E3C66C6F-F257-4E55-883E-F15E3BBE6655}" type="pres">
      <dgm:prSet presAssocID="{5FD08A2C-1476-44F3-B6D7-2D308975014D}" presName="rootComposite" presStyleCnt="0"/>
      <dgm:spPr/>
    </dgm:pt>
    <dgm:pt modelId="{B9668054-1FDD-4ABE-92E1-61FABDCCA38F}" type="pres">
      <dgm:prSet presAssocID="{5FD08A2C-1476-44F3-B6D7-2D308975014D}" presName="rootText" presStyleLbl="node4" presStyleIdx="1" presStyleCnt="4">
        <dgm:presLayoutVars>
          <dgm:chPref val="3"/>
        </dgm:presLayoutVars>
      </dgm:prSet>
      <dgm:spPr/>
    </dgm:pt>
    <dgm:pt modelId="{4F5FFEC0-1D37-45CB-9489-1CEF5D086359}" type="pres">
      <dgm:prSet presAssocID="{5FD08A2C-1476-44F3-B6D7-2D308975014D}" presName="rootConnector" presStyleLbl="node4" presStyleIdx="1" presStyleCnt="4"/>
      <dgm:spPr/>
    </dgm:pt>
    <dgm:pt modelId="{C7BB8487-BED9-45C5-8A84-98A517F8BB09}" type="pres">
      <dgm:prSet presAssocID="{5FD08A2C-1476-44F3-B6D7-2D308975014D}" presName="hierChild4" presStyleCnt="0"/>
      <dgm:spPr/>
    </dgm:pt>
    <dgm:pt modelId="{75037267-8572-47E3-BB20-1E34D04658FB}" type="pres">
      <dgm:prSet presAssocID="{5FD08A2C-1476-44F3-B6D7-2D308975014D}" presName="hierChild5" presStyleCnt="0"/>
      <dgm:spPr/>
    </dgm:pt>
    <dgm:pt modelId="{BA586B61-F206-4664-A254-BBE47B39648D}" type="pres">
      <dgm:prSet presAssocID="{4073C612-19D6-4B90-BDA8-9383B984FBB7}" presName="hierChild5" presStyleCnt="0"/>
      <dgm:spPr/>
    </dgm:pt>
    <dgm:pt modelId="{EE234869-97F8-4BF7-A3F4-F63DD004E89A}" type="pres">
      <dgm:prSet presAssocID="{F210CF1E-FFF8-4B67-AD74-64FBA3156944}" presName="Name37" presStyleLbl="parChTrans1D3" presStyleIdx="3" presStyleCnt="4"/>
      <dgm:spPr/>
    </dgm:pt>
    <dgm:pt modelId="{2BD8B3DB-E984-4307-BD6C-B71CD40E77A0}" type="pres">
      <dgm:prSet presAssocID="{FBDEB4E6-EE5B-4308-8F4F-57D0953BA333}" presName="hierRoot2" presStyleCnt="0">
        <dgm:presLayoutVars>
          <dgm:hierBranch val="init"/>
        </dgm:presLayoutVars>
      </dgm:prSet>
      <dgm:spPr/>
    </dgm:pt>
    <dgm:pt modelId="{8F13D606-8D4A-4893-B679-5D1AD043ED2A}" type="pres">
      <dgm:prSet presAssocID="{FBDEB4E6-EE5B-4308-8F4F-57D0953BA333}" presName="rootComposite" presStyleCnt="0"/>
      <dgm:spPr/>
    </dgm:pt>
    <dgm:pt modelId="{F4C2A9E3-26DE-45F1-8033-415D1078BFD5}" type="pres">
      <dgm:prSet presAssocID="{FBDEB4E6-EE5B-4308-8F4F-57D0953BA333}" presName="rootText" presStyleLbl="node3" presStyleIdx="3" presStyleCnt="4">
        <dgm:presLayoutVars>
          <dgm:chPref val="3"/>
        </dgm:presLayoutVars>
      </dgm:prSet>
      <dgm:spPr/>
    </dgm:pt>
    <dgm:pt modelId="{7C340010-E216-4DCD-95F5-1E5F04BEEF1E}" type="pres">
      <dgm:prSet presAssocID="{FBDEB4E6-EE5B-4308-8F4F-57D0953BA333}" presName="rootConnector" presStyleLbl="node3" presStyleIdx="3" presStyleCnt="4"/>
      <dgm:spPr/>
    </dgm:pt>
    <dgm:pt modelId="{EF1783CE-A2C8-49F3-B5FD-6215293F91F2}" type="pres">
      <dgm:prSet presAssocID="{FBDEB4E6-EE5B-4308-8F4F-57D0953BA333}" presName="hierChild4" presStyleCnt="0"/>
      <dgm:spPr/>
    </dgm:pt>
    <dgm:pt modelId="{4A107248-90BD-4B60-A69B-F3B65C502586}" type="pres">
      <dgm:prSet presAssocID="{F657555B-8CFC-42C6-AA4D-71C7C38EF7F3}" presName="Name37" presStyleLbl="parChTrans1D4" presStyleIdx="2" presStyleCnt="4"/>
      <dgm:spPr/>
    </dgm:pt>
    <dgm:pt modelId="{946043A4-7DF3-429A-96C3-94B5D5F8B13E}" type="pres">
      <dgm:prSet presAssocID="{AF4A11EE-F595-44D2-BB49-94E588A44114}" presName="hierRoot2" presStyleCnt="0">
        <dgm:presLayoutVars>
          <dgm:hierBranch val="init"/>
        </dgm:presLayoutVars>
      </dgm:prSet>
      <dgm:spPr/>
    </dgm:pt>
    <dgm:pt modelId="{84AC2A25-0EF7-4159-AE9F-AB4C26760ED3}" type="pres">
      <dgm:prSet presAssocID="{AF4A11EE-F595-44D2-BB49-94E588A44114}" presName="rootComposite" presStyleCnt="0"/>
      <dgm:spPr/>
    </dgm:pt>
    <dgm:pt modelId="{281AA46E-567E-422C-AAD4-8C7630CCC3E0}" type="pres">
      <dgm:prSet presAssocID="{AF4A11EE-F595-44D2-BB49-94E588A44114}" presName="rootText" presStyleLbl="node4" presStyleIdx="2" presStyleCnt="4">
        <dgm:presLayoutVars>
          <dgm:chPref val="3"/>
        </dgm:presLayoutVars>
      </dgm:prSet>
      <dgm:spPr/>
    </dgm:pt>
    <dgm:pt modelId="{3F650E3D-67E0-483B-9F47-456A0742BBB2}" type="pres">
      <dgm:prSet presAssocID="{AF4A11EE-F595-44D2-BB49-94E588A44114}" presName="rootConnector" presStyleLbl="node4" presStyleIdx="2" presStyleCnt="4"/>
      <dgm:spPr/>
    </dgm:pt>
    <dgm:pt modelId="{82B3C67A-CFB5-4341-A990-BE6FAFC996C3}" type="pres">
      <dgm:prSet presAssocID="{AF4A11EE-F595-44D2-BB49-94E588A44114}" presName="hierChild4" presStyleCnt="0"/>
      <dgm:spPr/>
    </dgm:pt>
    <dgm:pt modelId="{35EC23A7-3348-41C7-B991-83713EB8D0F1}" type="pres">
      <dgm:prSet presAssocID="{AF4A11EE-F595-44D2-BB49-94E588A44114}" presName="hierChild5" presStyleCnt="0"/>
      <dgm:spPr/>
    </dgm:pt>
    <dgm:pt modelId="{28E7CD03-2818-467F-B409-30C4FF8A851C}" type="pres">
      <dgm:prSet presAssocID="{11F2900D-D584-4F74-8885-25BA15FB3A4B}" presName="Name37" presStyleLbl="parChTrans1D4" presStyleIdx="3" presStyleCnt="4"/>
      <dgm:spPr/>
    </dgm:pt>
    <dgm:pt modelId="{CC924C16-5409-4674-A045-54188872F269}" type="pres">
      <dgm:prSet presAssocID="{28749258-AB35-41A2-9EE9-BEE1E4118DC5}" presName="hierRoot2" presStyleCnt="0">
        <dgm:presLayoutVars>
          <dgm:hierBranch val="init"/>
        </dgm:presLayoutVars>
      </dgm:prSet>
      <dgm:spPr/>
    </dgm:pt>
    <dgm:pt modelId="{C5D7D8D8-9756-4361-BF40-2529811484A5}" type="pres">
      <dgm:prSet presAssocID="{28749258-AB35-41A2-9EE9-BEE1E4118DC5}" presName="rootComposite" presStyleCnt="0"/>
      <dgm:spPr/>
    </dgm:pt>
    <dgm:pt modelId="{E4A20C24-D20C-4801-8B61-12A51F291804}" type="pres">
      <dgm:prSet presAssocID="{28749258-AB35-41A2-9EE9-BEE1E4118DC5}" presName="rootText" presStyleLbl="node4" presStyleIdx="3" presStyleCnt="4">
        <dgm:presLayoutVars>
          <dgm:chPref val="3"/>
        </dgm:presLayoutVars>
      </dgm:prSet>
      <dgm:spPr/>
    </dgm:pt>
    <dgm:pt modelId="{0FE1F6DD-8CE4-418E-8A0B-6D66BEA7C05E}" type="pres">
      <dgm:prSet presAssocID="{28749258-AB35-41A2-9EE9-BEE1E4118DC5}" presName="rootConnector" presStyleLbl="node4" presStyleIdx="3" presStyleCnt="4"/>
      <dgm:spPr/>
    </dgm:pt>
    <dgm:pt modelId="{CA90918B-F116-4C24-8C38-028A44482689}" type="pres">
      <dgm:prSet presAssocID="{28749258-AB35-41A2-9EE9-BEE1E4118DC5}" presName="hierChild4" presStyleCnt="0"/>
      <dgm:spPr/>
    </dgm:pt>
    <dgm:pt modelId="{C9CDF959-6D58-4842-8FE2-72FDDE05506E}" type="pres">
      <dgm:prSet presAssocID="{28749258-AB35-41A2-9EE9-BEE1E4118DC5}" presName="hierChild5" presStyleCnt="0"/>
      <dgm:spPr/>
    </dgm:pt>
    <dgm:pt modelId="{D6B4A44A-42B3-46F5-9C7B-9F17981CED3F}" type="pres">
      <dgm:prSet presAssocID="{FBDEB4E6-EE5B-4308-8F4F-57D0953BA333}" presName="hierChild5" presStyleCnt="0"/>
      <dgm:spPr/>
    </dgm:pt>
    <dgm:pt modelId="{83BC1D02-F70A-40E3-A7FB-6F7247884B82}" type="pres">
      <dgm:prSet presAssocID="{18918EEC-C75A-42C3-8773-BDC357734373}" presName="hierChild5" presStyleCnt="0"/>
      <dgm:spPr/>
    </dgm:pt>
    <dgm:pt modelId="{CB6B0EEA-A290-4588-BC0A-4A805DC58143}" type="pres">
      <dgm:prSet presAssocID="{C9FFA3E1-A01A-44B4-89B0-F41CB5AEDFF6}" presName="hierChild3" presStyleCnt="0"/>
      <dgm:spPr/>
    </dgm:pt>
  </dgm:ptLst>
  <dgm:cxnLst>
    <dgm:cxn modelId="{F1E78006-31CB-491F-AD78-7038F1C73096}" srcId="{C9FFA3E1-A01A-44B4-89B0-F41CB5AEDFF6}" destId="{18918EEC-C75A-42C3-8773-BDC357734373}" srcOrd="1" destOrd="0" parTransId="{6B4F3760-CE60-4C9D-9534-714E4225E4CB}" sibTransId="{A95ACD18-1401-4297-9A16-3F155D0AAD03}"/>
    <dgm:cxn modelId="{06F4A918-0D2E-48CC-8DDD-205E890F1B0B}" type="presOf" srcId="{18918EEC-C75A-42C3-8773-BDC357734373}" destId="{30F431E9-6320-45A1-B8CE-D13D4C4ADEE7}" srcOrd="0" destOrd="0" presId="urn:microsoft.com/office/officeart/2005/8/layout/orgChart1"/>
    <dgm:cxn modelId="{2CDDE018-CE61-48EC-9A72-891EA1CB25B4}" type="presOf" srcId="{F5C71A99-2812-4C27-BAD4-851B33A9B6EF}" destId="{00ED88E2-D3D1-4EC0-AD7D-0519BCCA3228}" srcOrd="0" destOrd="0" presId="urn:microsoft.com/office/officeart/2005/8/layout/orgChart1"/>
    <dgm:cxn modelId="{8482631C-A155-4F1F-9823-0608AD5F5B27}" srcId="{4073C612-19D6-4B90-BDA8-9383B984FBB7}" destId="{5FD08A2C-1476-44F3-B6D7-2D308975014D}" srcOrd="1" destOrd="0" parTransId="{3E19EE53-C624-46B0-8E84-A1CB356B0D00}" sibTransId="{ECABC796-5835-4BD6-AECF-C326597A3D1E}"/>
    <dgm:cxn modelId="{98971C23-4C39-4477-A470-4233329A324F}" type="presOf" srcId="{4073C612-19D6-4B90-BDA8-9383B984FBB7}" destId="{B9B1E172-8BC8-4D61-A53C-CF7126AAE332}" srcOrd="0" destOrd="0" presId="urn:microsoft.com/office/officeart/2005/8/layout/orgChart1"/>
    <dgm:cxn modelId="{CD60BE23-946C-49F8-8703-56A62DBD1E64}" type="presOf" srcId="{AF4A11EE-F595-44D2-BB49-94E588A44114}" destId="{281AA46E-567E-422C-AAD4-8C7630CCC3E0}" srcOrd="0" destOrd="0" presId="urn:microsoft.com/office/officeart/2005/8/layout/orgChart1"/>
    <dgm:cxn modelId="{C607CD23-CA7D-49F0-A6E4-852E7F075085}" type="presOf" srcId="{AA513805-B015-4C32-B9CB-36D9CB4D0EB1}" destId="{DD22D4C3-F232-44ED-B526-C1262F2291B7}" srcOrd="1" destOrd="0" presId="urn:microsoft.com/office/officeart/2005/8/layout/orgChart1"/>
    <dgm:cxn modelId="{64654129-38BF-4EFF-A454-95D5FA0E090A}" srcId="{18918EEC-C75A-42C3-8773-BDC357734373}" destId="{FBDEB4E6-EE5B-4308-8F4F-57D0953BA333}" srcOrd="1" destOrd="0" parTransId="{F210CF1E-FFF8-4B67-AD74-64FBA3156944}" sibTransId="{8267C29C-CAA1-4DD7-A7F9-18BDB23C26D8}"/>
    <dgm:cxn modelId="{75F31730-927E-4EF0-911B-3A9B2925655C}" type="presOf" srcId="{28749258-AB35-41A2-9EE9-BEE1E4118DC5}" destId="{E4A20C24-D20C-4801-8B61-12A51F291804}" srcOrd="0" destOrd="0" presId="urn:microsoft.com/office/officeart/2005/8/layout/orgChart1"/>
    <dgm:cxn modelId="{09865234-E946-4E6E-8B71-1D639A01C9AF}" type="presOf" srcId="{D67C7F0C-CA37-409F-A608-4FAD19014594}" destId="{F1917846-425D-4D98-9799-47D540F33834}" srcOrd="0" destOrd="0" presId="urn:microsoft.com/office/officeart/2005/8/layout/orgChart1"/>
    <dgm:cxn modelId="{000B0837-3475-4076-BDEA-2EAF3C16B0D1}" type="presOf" srcId="{4073C612-19D6-4B90-BDA8-9383B984FBB7}" destId="{A9CEBFC9-3BB6-40AD-AABE-1E2BC1230770}" srcOrd="1" destOrd="0" presId="urn:microsoft.com/office/officeart/2005/8/layout/orgChart1"/>
    <dgm:cxn modelId="{B8A2555D-CB2D-4B92-B05C-FC277B59ACD4}" type="presOf" srcId="{00F65789-34E0-4AC4-B80D-9065202547CC}" destId="{D338227F-13B0-4CCC-8DDF-71B75D3B309D}" srcOrd="1" destOrd="0" presId="urn:microsoft.com/office/officeart/2005/8/layout/orgChart1"/>
    <dgm:cxn modelId="{B20F795D-A7FC-45F9-A76A-8F3D80700958}" type="presOf" srcId="{11F2900D-D584-4F74-8885-25BA15FB3A4B}" destId="{28E7CD03-2818-467F-B409-30C4FF8A851C}" srcOrd="0" destOrd="0" presId="urn:microsoft.com/office/officeart/2005/8/layout/orgChart1"/>
    <dgm:cxn modelId="{75CE9F43-71B4-411D-B141-798AA1C4F359}" type="presOf" srcId="{00F65789-34E0-4AC4-B80D-9065202547CC}" destId="{8A98DBB0-A38E-4D03-8DA6-7CD8A7374B20}" srcOrd="0" destOrd="0" presId="urn:microsoft.com/office/officeart/2005/8/layout/orgChart1"/>
    <dgm:cxn modelId="{4B15D544-A816-41FC-B0EB-4A37F4D1CEA7}" type="presOf" srcId="{C9FFA3E1-A01A-44B4-89B0-F41CB5AEDFF6}" destId="{C168ACA0-2009-4D69-AA22-8C1BAC5EADA0}" srcOrd="1" destOrd="0" presId="urn:microsoft.com/office/officeart/2005/8/layout/orgChart1"/>
    <dgm:cxn modelId="{39C07C45-4E12-415A-899E-5790B05E2756}" srcId="{FBDEB4E6-EE5B-4308-8F4F-57D0953BA333}" destId="{AF4A11EE-F595-44D2-BB49-94E588A44114}" srcOrd="0" destOrd="0" parTransId="{F657555B-8CFC-42C6-AA4D-71C7C38EF7F3}" sibTransId="{3F2BC84E-D0D2-46E9-AF3B-BB3FBB92D42F}"/>
    <dgm:cxn modelId="{F87E354A-6190-472D-B676-B7E91EF7B91F}" type="presOf" srcId="{F5C71A99-2812-4C27-BAD4-851B33A9B6EF}" destId="{750724D5-C4F8-40A9-B83E-15FB0E72B1EC}" srcOrd="1" destOrd="0" presId="urn:microsoft.com/office/officeart/2005/8/layout/orgChart1"/>
    <dgm:cxn modelId="{FF14E94C-9027-4FEE-87B0-72E86C14EC8F}" type="presOf" srcId="{05940FD7-0269-4268-8A05-D10B3CC6DAC5}" destId="{71A7FBCC-4FF1-4418-BD9F-7D090F793F97}" srcOrd="0" destOrd="0" presId="urn:microsoft.com/office/officeart/2005/8/layout/orgChart1"/>
    <dgm:cxn modelId="{D81C644D-8CF5-4F66-9CF8-113EAEDC5770}" type="presOf" srcId="{B4371D7D-388E-4026-8CC1-CD9E8E7C78EF}" destId="{0503E169-20F7-4BE8-A4E6-AB4B5809CE53}" srcOrd="0" destOrd="0" presId="urn:microsoft.com/office/officeart/2005/8/layout/orgChart1"/>
    <dgm:cxn modelId="{E86AE24F-F5C8-4B30-B489-DCB67FFA5E2A}" srcId="{FBDEB4E6-EE5B-4308-8F4F-57D0953BA333}" destId="{28749258-AB35-41A2-9EE9-BEE1E4118DC5}" srcOrd="1" destOrd="0" parTransId="{11F2900D-D584-4F74-8885-25BA15FB3A4B}" sibTransId="{E263306F-516A-4EB3-8367-8927D0D3966D}"/>
    <dgm:cxn modelId="{47D7F672-6612-486B-B523-AE8A8FB6BC1A}" srcId="{18918EEC-C75A-42C3-8773-BDC357734373}" destId="{4073C612-19D6-4B90-BDA8-9383B984FBB7}" srcOrd="0" destOrd="0" parTransId="{D77DD2E1-8196-48B8-AE73-BE2D382E6213}" sibTransId="{A2CF6522-CC3E-460C-B63F-C9CC9AAAE1C6}"/>
    <dgm:cxn modelId="{2457BD76-61AE-40EA-B848-2B439CE3FC88}" type="presOf" srcId="{AA513805-B015-4C32-B9CB-36D9CB4D0EB1}" destId="{30967574-2149-4001-93ED-074AD3921AF6}" srcOrd="0" destOrd="0" presId="urn:microsoft.com/office/officeart/2005/8/layout/orgChart1"/>
    <dgm:cxn modelId="{C8303878-F825-4B4D-A6E6-3E3A7C6D5B9B}" type="presOf" srcId="{3E19EE53-C624-46B0-8E84-A1CB356B0D00}" destId="{3FAD69DF-F147-442F-A572-20344262716E}" srcOrd="0" destOrd="0" presId="urn:microsoft.com/office/officeart/2005/8/layout/orgChart1"/>
    <dgm:cxn modelId="{98754279-FA2F-402F-94C3-830B0771E8B6}" type="presOf" srcId="{F657555B-8CFC-42C6-AA4D-71C7C38EF7F3}" destId="{4A107248-90BD-4B60-A69B-F3B65C502586}" srcOrd="0" destOrd="0" presId="urn:microsoft.com/office/officeart/2005/8/layout/orgChart1"/>
    <dgm:cxn modelId="{AF2BCB7B-1F34-471E-A076-27929FF16EC2}" type="presOf" srcId="{5FD08A2C-1476-44F3-B6D7-2D308975014D}" destId="{B9668054-1FDD-4ABE-92E1-61FABDCCA38F}" srcOrd="0" destOrd="0" presId="urn:microsoft.com/office/officeart/2005/8/layout/orgChart1"/>
    <dgm:cxn modelId="{1F41027D-C22E-45B3-9027-3021750FDF96}" type="presOf" srcId="{6B4F3760-CE60-4C9D-9534-714E4225E4CB}" destId="{A9A5D7EA-4FAD-431A-8A79-1859A45BCD86}" srcOrd="0" destOrd="0" presId="urn:microsoft.com/office/officeart/2005/8/layout/orgChart1"/>
    <dgm:cxn modelId="{B3E7147E-41FD-4423-BD64-F3079189CFC2}" type="presOf" srcId="{FBDEB4E6-EE5B-4308-8F4F-57D0953BA333}" destId="{7C340010-E216-4DCD-95F5-1E5F04BEEF1E}" srcOrd="1" destOrd="0" presId="urn:microsoft.com/office/officeart/2005/8/layout/orgChart1"/>
    <dgm:cxn modelId="{33FF0881-7528-4BB5-AC41-D18E518DA9BB}" srcId="{AA513805-B015-4C32-B9CB-36D9CB4D0EB1}" destId="{00F65789-34E0-4AC4-B80D-9065202547CC}" srcOrd="1" destOrd="0" parTransId="{D67C7F0C-CA37-409F-A608-4FAD19014594}" sibTransId="{E3F84C5D-D75D-447E-B6B1-6C4292592E64}"/>
    <dgm:cxn modelId="{B5A235A1-03BA-4CB8-A3CE-6D19B0ECA302}" type="presOf" srcId="{67BC17DD-C68A-4178-86A6-3A24B6776873}" destId="{41003241-9D11-49A5-85F8-E6CD5E448406}" srcOrd="0" destOrd="0" presId="urn:microsoft.com/office/officeart/2005/8/layout/orgChart1"/>
    <dgm:cxn modelId="{1768D3A6-80ED-417B-AD06-B57986BD214F}" srcId="{AA513805-B015-4C32-B9CB-36D9CB4D0EB1}" destId="{F5C71A99-2812-4C27-BAD4-851B33A9B6EF}" srcOrd="0" destOrd="0" parTransId="{9F1EF75A-447F-4B78-8A9B-DE210411BF8C}" sibTransId="{2FCF0409-DDFD-410E-996F-5D1F0003B58D}"/>
    <dgm:cxn modelId="{DA9D9AA8-C7E2-41F2-8007-4B85FEF3AF05}" srcId="{C9FFA3E1-A01A-44B4-89B0-F41CB5AEDFF6}" destId="{AA513805-B015-4C32-B9CB-36D9CB4D0EB1}" srcOrd="0" destOrd="0" parTransId="{67BC17DD-C68A-4178-86A6-3A24B6776873}" sibTransId="{83C32DEF-079C-4427-A2BB-EECBB45BD449}"/>
    <dgm:cxn modelId="{000F8FA9-D85F-4FDE-8552-9A6E40376C8E}" type="presOf" srcId="{05940FD7-0269-4268-8A05-D10B3CC6DAC5}" destId="{28294103-17BC-4408-9C6D-8416EDCF9E14}" srcOrd="1" destOrd="0" presId="urn:microsoft.com/office/officeart/2005/8/layout/orgChart1"/>
    <dgm:cxn modelId="{D3474DAB-2E14-41B4-84A6-67B4F855A32A}" type="presOf" srcId="{5FD08A2C-1476-44F3-B6D7-2D308975014D}" destId="{4F5FFEC0-1D37-45CB-9489-1CEF5D086359}" srcOrd="1" destOrd="0" presId="urn:microsoft.com/office/officeart/2005/8/layout/orgChart1"/>
    <dgm:cxn modelId="{4E426AAE-2E6D-4EF6-BBB5-633258C46197}" srcId="{4073C612-19D6-4B90-BDA8-9383B984FBB7}" destId="{05940FD7-0269-4268-8A05-D10B3CC6DAC5}" srcOrd="0" destOrd="0" parTransId="{F4082644-BC60-49E6-85B0-DFDD385BBA2F}" sibTransId="{3E3E44C4-7E2E-47DD-9C6C-81F2E69F6F63}"/>
    <dgm:cxn modelId="{662F15B0-CD20-4B0A-A55B-4DDB9A2FF538}" type="presOf" srcId="{D77DD2E1-8196-48B8-AE73-BE2D382E6213}" destId="{85B94A77-02DA-4116-8803-DB751ED2018C}" srcOrd="0" destOrd="0" presId="urn:microsoft.com/office/officeart/2005/8/layout/orgChart1"/>
    <dgm:cxn modelId="{96D0E2B0-CCFF-4F8F-B0AE-6A4F9420A912}" type="presOf" srcId="{28749258-AB35-41A2-9EE9-BEE1E4118DC5}" destId="{0FE1F6DD-8CE4-418E-8A0B-6D66BEA7C05E}" srcOrd="1" destOrd="0" presId="urn:microsoft.com/office/officeart/2005/8/layout/orgChart1"/>
    <dgm:cxn modelId="{5F966CBE-B56B-4793-B555-3CF24FB76605}" type="presOf" srcId="{18918EEC-C75A-42C3-8773-BDC357734373}" destId="{558C3619-4B14-4B05-ACC1-A85024CB6CB8}" srcOrd="1" destOrd="0" presId="urn:microsoft.com/office/officeart/2005/8/layout/orgChart1"/>
    <dgm:cxn modelId="{A2E051CA-863A-46D7-A8A4-1BC128F8EE13}" type="presOf" srcId="{AF4A11EE-F595-44D2-BB49-94E588A44114}" destId="{3F650E3D-67E0-483B-9F47-456A0742BBB2}" srcOrd="1" destOrd="0" presId="urn:microsoft.com/office/officeart/2005/8/layout/orgChart1"/>
    <dgm:cxn modelId="{59DE93CA-D7D1-44FC-9F2B-57EEEC8ADBC8}" type="presOf" srcId="{C9FFA3E1-A01A-44B4-89B0-F41CB5AEDFF6}" destId="{AC2AA954-0BEB-4597-9FB7-C0F735376D3E}" srcOrd="0" destOrd="0" presId="urn:microsoft.com/office/officeart/2005/8/layout/orgChart1"/>
    <dgm:cxn modelId="{492FBED2-17EA-4D1D-8F13-BD7EC9BAF069}" type="presOf" srcId="{F4082644-BC60-49E6-85B0-DFDD385BBA2F}" destId="{9E056A08-E0FA-4B54-9A38-57FBDCF81A83}" srcOrd="0" destOrd="0" presId="urn:microsoft.com/office/officeart/2005/8/layout/orgChart1"/>
    <dgm:cxn modelId="{E7B3E1EA-B03C-437C-8AFB-317237CF0F73}" type="presOf" srcId="{9F1EF75A-447F-4B78-8A9B-DE210411BF8C}" destId="{2F661A95-CFB7-4FF0-B2E0-F52F34084DB5}" srcOrd="0" destOrd="0" presId="urn:microsoft.com/office/officeart/2005/8/layout/orgChart1"/>
    <dgm:cxn modelId="{3EBEEAF0-53C7-4CD0-97BE-6CE932A7D166}" type="presOf" srcId="{F210CF1E-FFF8-4B67-AD74-64FBA3156944}" destId="{EE234869-97F8-4BF7-A3F4-F63DD004E89A}" srcOrd="0" destOrd="0" presId="urn:microsoft.com/office/officeart/2005/8/layout/orgChart1"/>
    <dgm:cxn modelId="{40745BFC-46A8-4F05-84D7-DF0E0B4CA705}" type="presOf" srcId="{FBDEB4E6-EE5B-4308-8F4F-57D0953BA333}" destId="{F4C2A9E3-26DE-45F1-8033-415D1078BFD5}" srcOrd="0" destOrd="0" presId="urn:microsoft.com/office/officeart/2005/8/layout/orgChart1"/>
    <dgm:cxn modelId="{0C5FE2FE-0ADB-4CDE-ACD7-A346D0943351}" srcId="{B4371D7D-388E-4026-8CC1-CD9E8E7C78EF}" destId="{C9FFA3E1-A01A-44B4-89B0-F41CB5AEDFF6}" srcOrd="0" destOrd="0" parTransId="{62A4E407-F0A7-4E43-B91A-9FE80174EFA9}" sibTransId="{AE0C7F30-D1EC-43BD-A2B6-1D44F0862321}"/>
    <dgm:cxn modelId="{21366666-9C06-4358-BAAD-C63E82C38F6D}" type="presParOf" srcId="{0503E169-20F7-4BE8-A4E6-AB4B5809CE53}" destId="{3EE09475-6D28-4B88-87F2-8ADE25681824}" srcOrd="0" destOrd="0" presId="urn:microsoft.com/office/officeart/2005/8/layout/orgChart1"/>
    <dgm:cxn modelId="{ED5A43DE-2B4A-4A01-86A4-D6CFAC227B59}" type="presParOf" srcId="{3EE09475-6D28-4B88-87F2-8ADE25681824}" destId="{3FE68C51-0150-471C-9AB6-DC6461364F19}" srcOrd="0" destOrd="0" presId="urn:microsoft.com/office/officeart/2005/8/layout/orgChart1"/>
    <dgm:cxn modelId="{F0C3CA51-C999-4E4B-9C61-F49747564074}" type="presParOf" srcId="{3FE68C51-0150-471C-9AB6-DC6461364F19}" destId="{AC2AA954-0BEB-4597-9FB7-C0F735376D3E}" srcOrd="0" destOrd="0" presId="urn:microsoft.com/office/officeart/2005/8/layout/orgChart1"/>
    <dgm:cxn modelId="{7768668E-9FC5-4A63-8713-C00989FD36E9}" type="presParOf" srcId="{3FE68C51-0150-471C-9AB6-DC6461364F19}" destId="{C168ACA0-2009-4D69-AA22-8C1BAC5EADA0}" srcOrd="1" destOrd="0" presId="urn:microsoft.com/office/officeart/2005/8/layout/orgChart1"/>
    <dgm:cxn modelId="{72FAD3FF-8403-4856-BCBA-6AC39BB1E492}" type="presParOf" srcId="{3EE09475-6D28-4B88-87F2-8ADE25681824}" destId="{87064BFE-423A-4675-A646-8767630DF032}" srcOrd="1" destOrd="0" presId="urn:microsoft.com/office/officeart/2005/8/layout/orgChart1"/>
    <dgm:cxn modelId="{FB0BE3F8-27CA-4BEC-AFF6-1D0D15284724}" type="presParOf" srcId="{87064BFE-423A-4675-A646-8767630DF032}" destId="{41003241-9D11-49A5-85F8-E6CD5E448406}" srcOrd="0" destOrd="0" presId="urn:microsoft.com/office/officeart/2005/8/layout/orgChart1"/>
    <dgm:cxn modelId="{B02D77C5-C2D2-48F9-9707-CD0073D0563E}" type="presParOf" srcId="{87064BFE-423A-4675-A646-8767630DF032}" destId="{B1BD81AE-1DEF-400E-8917-97AB4CE6FB08}" srcOrd="1" destOrd="0" presId="urn:microsoft.com/office/officeart/2005/8/layout/orgChart1"/>
    <dgm:cxn modelId="{FCA94DA0-2442-44B7-B16C-1AB087F9BF6F}" type="presParOf" srcId="{B1BD81AE-1DEF-400E-8917-97AB4CE6FB08}" destId="{0D091E3B-877A-4107-93A7-117512789852}" srcOrd="0" destOrd="0" presId="urn:microsoft.com/office/officeart/2005/8/layout/orgChart1"/>
    <dgm:cxn modelId="{EFD16E52-4369-4CF3-9C6F-EFE50E589B00}" type="presParOf" srcId="{0D091E3B-877A-4107-93A7-117512789852}" destId="{30967574-2149-4001-93ED-074AD3921AF6}" srcOrd="0" destOrd="0" presId="urn:microsoft.com/office/officeart/2005/8/layout/orgChart1"/>
    <dgm:cxn modelId="{EF7EA588-4609-44CA-B5B0-03923A1D36B6}" type="presParOf" srcId="{0D091E3B-877A-4107-93A7-117512789852}" destId="{DD22D4C3-F232-44ED-B526-C1262F2291B7}" srcOrd="1" destOrd="0" presId="urn:microsoft.com/office/officeart/2005/8/layout/orgChart1"/>
    <dgm:cxn modelId="{226C7AC8-6FB3-48C6-B233-96A5184085FA}" type="presParOf" srcId="{B1BD81AE-1DEF-400E-8917-97AB4CE6FB08}" destId="{CEBE22D9-BF00-459A-A357-69D21924A0E0}" srcOrd="1" destOrd="0" presId="urn:microsoft.com/office/officeart/2005/8/layout/orgChart1"/>
    <dgm:cxn modelId="{8D5B1BC7-105A-48F7-93BB-DE9B81D89F25}" type="presParOf" srcId="{CEBE22D9-BF00-459A-A357-69D21924A0E0}" destId="{2F661A95-CFB7-4FF0-B2E0-F52F34084DB5}" srcOrd="0" destOrd="0" presId="urn:microsoft.com/office/officeart/2005/8/layout/orgChart1"/>
    <dgm:cxn modelId="{6AC0FD4A-5551-419C-8CB7-F8686093DC6D}" type="presParOf" srcId="{CEBE22D9-BF00-459A-A357-69D21924A0E0}" destId="{F44F36EF-F699-4122-BFD1-83F1A23C9386}" srcOrd="1" destOrd="0" presId="urn:microsoft.com/office/officeart/2005/8/layout/orgChart1"/>
    <dgm:cxn modelId="{307A0548-629E-43EC-8A3F-EA7A69E2B48E}" type="presParOf" srcId="{F44F36EF-F699-4122-BFD1-83F1A23C9386}" destId="{0E096353-FD8B-4281-A772-CD0E10083EBC}" srcOrd="0" destOrd="0" presId="urn:microsoft.com/office/officeart/2005/8/layout/orgChart1"/>
    <dgm:cxn modelId="{0656B67A-F474-40E1-A898-D20D074276E8}" type="presParOf" srcId="{0E096353-FD8B-4281-A772-CD0E10083EBC}" destId="{00ED88E2-D3D1-4EC0-AD7D-0519BCCA3228}" srcOrd="0" destOrd="0" presId="urn:microsoft.com/office/officeart/2005/8/layout/orgChart1"/>
    <dgm:cxn modelId="{082A6635-5605-4551-B1F4-655D48D88F2D}" type="presParOf" srcId="{0E096353-FD8B-4281-A772-CD0E10083EBC}" destId="{750724D5-C4F8-40A9-B83E-15FB0E72B1EC}" srcOrd="1" destOrd="0" presId="urn:microsoft.com/office/officeart/2005/8/layout/orgChart1"/>
    <dgm:cxn modelId="{E6BCBAD8-9BB7-42C6-81EC-DB675F0B12C0}" type="presParOf" srcId="{F44F36EF-F699-4122-BFD1-83F1A23C9386}" destId="{3E199CEF-34E1-4E09-AB5D-4FD261C9C32E}" srcOrd="1" destOrd="0" presId="urn:microsoft.com/office/officeart/2005/8/layout/orgChart1"/>
    <dgm:cxn modelId="{2C8C9B38-4627-445A-8818-E24C8C6E5BC5}" type="presParOf" srcId="{F44F36EF-F699-4122-BFD1-83F1A23C9386}" destId="{74D82AE6-58C9-4313-9F8F-75D9A6BF861D}" srcOrd="2" destOrd="0" presId="urn:microsoft.com/office/officeart/2005/8/layout/orgChart1"/>
    <dgm:cxn modelId="{93A54A2E-2373-4CB0-873C-35AAD8152E6A}" type="presParOf" srcId="{CEBE22D9-BF00-459A-A357-69D21924A0E0}" destId="{F1917846-425D-4D98-9799-47D540F33834}" srcOrd="2" destOrd="0" presId="urn:microsoft.com/office/officeart/2005/8/layout/orgChart1"/>
    <dgm:cxn modelId="{D938CF0F-E2BC-48FB-BF11-B73D7ABC3760}" type="presParOf" srcId="{CEBE22D9-BF00-459A-A357-69D21924A0E0}" destId="{80E2066B-7A53-468A-A7BD-D041D4B41030}" srcOrd="3" destOrd="0" presId="urn:microsoft.com/office/officeart/2005/8/layout/orgChart1"/>
    <dgm:cxn modelId="{190DFF1F-A69F-45A8-8B4F-CA55FC062C9D}" type="presParOf" srcId="{80E2066B-7A53-468A-A7BD-D041D4B41030}" destId="{AB4D4759-6557-41E8-A4C5-1B8AAABFF8FC}" srcOrd="0" destOrd="0" presId="urn:microsoft.com/office/officeart/2005/8/layout/orgChart1"/>
    <dgm:cxn modelId="{0EC189DB-A523-4256-9D16-97CF397BFC0B}" type="presParOf" srcId="{AB4D4759-6557-41E8-A4C5-1B8AAABFF8FC}" destId="{8A98DBB0-A38E-4D03-8DA6-7CD8A7374B20}" srcOrd="0" destOrd="0" presId="urn:microsoft.com/office/officeart/2005/8/layout/orgChart1"/>
    <dgm:cxn modelId="{9A43EA8B-59EE-4F61-A818-0D8952C2C286}" type="presParOf" srcId="{AB4D4759-6557-41E8-A4C5-1B8AAABFF8FC}" destId="{D338227F-13B0-4CCC-8DDF-71B75D3B309D}" srcOrd="1" destOrd="0" presId="urn:microsoft.com/office/officeart/2005/8/layout/orgChart1"/>
    <dgm:cxn modelId="{84BC8240-3A0B-40DD-B769-C16F81E38E5E}" type="presParOf" srcId="{80E2066B-7A53-468A-A7BD-D041D4B41030}" destId="{5B4D11B4-64E9-427B-A3CF-6B3FC1DBCE64}" srcOrd="1" destOrd="0" presId="urn:microsoft.com/office/officeart/2005/8/layout/orgChart1"/>
    <dgm:cxn modelId="{2FB979B4-02A9-49DD-B550-19266D2D9F98}" type="presParOf" srcId="{80E2066B-7A53-468A-A7BD-D041D4B41030}" destId="{813E8185-A8CA-4A64-BA3C-18FAC5ACEAB3}" srcOrd="2" destOrd="0" presId="urn:microsoft.com/office/officeart/2005/8/layout/orgChart1"/>
    <dgm:cxn modelId="{BD0694D1-4B7D-4EEF-96C8-5907C4A66325}" type="presParOf" srcId="{B1BD81AE-1DEF-400E-8917-97AB4CE6FB08}" destId="{33966B2C-E57C-4545-85D2-4C362C5582DE}" srcOrd="2" destOrd="0" presId="urn:microsoft.com/office/officeart/2005/8/layout/orgChart1"/>
    <dgm:cxn modelId="{FF558547-FA1C-4F08-A1AE-0065A9FB86B9}" type="presParOf" srcId="{87064BFE-423A-4675-A646-8767630DF032}" destId="{A9A5D7EA-4FAD-431A-8A79-1859A45BCD86}" srcOrd="2" destOrd="0" presId="urn:microsoft.com/office/officeart/2005/8/layout/orgChart1"/>
    <dgm:cxn modelId="{989CC8F5-9B5A-4620-8A44-80857F0746AC}" type="presParOf" srcId="{87064BFE-423A-4675-A646-8767630DF032}" destId="{5D81DE05-4574-474E-A94C-0B7406DA427C}" srcOrd="3" destOrd="0" presId="urn:microsoft.com/office/officeart/2005/8/layout/orgChart1"/>
    <dgm:cxn modelId="{397D0104-6DFC-4276-AE17-97EBEFA89C85}" type="presParOf" srcId="{5D81DE05-4574-474E-A94C-0B7406DA427C}" destId="{57CA64FE-5E03-41AE-8A56-D98CA5937484}" srcOrd="0" destOrd="0" presId="urn:microsoft.com/office/officeart/2005/8/layout/orgChart1"/>
    <dgm:cxn modelId="{EAA28F50-BE2D-460D-A4FD-1BD2C18BBCB6}" type="presParOf" srcId="{57CA64FE-5E03-41AE-8A56-D98CA5937484}" destId="{30F431E9-6320-45A1-B8CE-D13D4C4ADEE7}" srcOrd="0" destOrd="0" presId="urn:microsoft.com/office/officeart/2005/8/layout/orgChart1"/>
    <dgm:cxn modelId="{875736A9-2696-476E-B07C-A85434D8FAD4}" type="presParOf" srcId="{57CA64FE-5E03-41AE-8A56-D98CA5937484}" destId="{558C3619-4B14-4B05-ACC1-A85024CB6CB8}" srcOrd="1" destOrd="0" presId="urn:microsoft.com/office/officeart/2005/8/layout/orgChart1"/>
    <dgm:cxn modelId="{881D560C-3472-484C-9F8F-7E7F73AB78A9}" type="presParOf" srcId="{5D81DE05-4574-474E-A94C-0B7406DA427C}" destId="{AAAB6F7C-2A12-4FAC-B88C-67A72D2AABB3}" srcOrd="1" destOrd="0" presId="urn:microsoft.com/office/officeart/2005/8/layout/orgChart1"/>
    <dgm:cxn modelId="{03D0F06D-292A-4A13-A4C1-4E50931C2FB3}" type="presParOf" srcId="{AAAB6F7C-2A12-4FAC-B88C-67A72D2AABB3}" destId="{85B94A77-02DA-4116-8803-DB751ED2018C}" srcOrd="0" destOrd="0" presId="urn:microsoft.com/office/officeart/2005/8/layout/orgChart1"/>
    <dgm:cxn modelId="{80156835-E3C4-4F7D-832D-B7C87903C18B}" type="presParOf" srcId="{AAAB6F7C-2A12-4FAC-B88C-67A72D2AABB3}" destId="{3BAD7D9F-24F5-4AA6-BA5D-A30E2BDD8DE7}" srcOrd="1" destOrd="0" presId="urn:microsoft.com/office/officeart/2005/8/layout/orgChart1"/>
    <dgm:cxn modelId="{F1470443-B123-4FE1-ACE7-4F65B851531E}" type="presParOf" srcId="{3BAD7D9F-24F5-4AA6-BA5D-A30E2BDD8DE7}" destId="{C63B48B8-53BB-46D7-955C-6AA0283D3EDD}" srcOrd="0" destOrd="0" presId="urn:microsoft.com/office/officeart/2005/8/layout/orgChart1"/>
    <dgm:cxn modelId="{2CFB9FAB-A048-4664-85C3-FF2116367F43}" type="presParOf" srcId="{C63B48B8-53BB-46D7-955C-6AA0283D3EDD}" destId="{B9B1E172-8BC8-4D61-A53C-CF7126AAE332}" srcOrd="0" destOrd="0" presId="urn:microsoft.com/office/officeart/2005/8/layout/orgChart1"/>
    <dgm:cxn modelId="{38CD203D-6738-4471-8EF4-31AEC95BE9FE}" type="presParOf" srcId="{C63B48B8-53BB-46D7-955C-6AA0283D3EDD}" destId="{A9CEBFC9-3BB6-40AD-AABE-1E2BC1230770}" srcOrd="1" destOrd="0" presId="urn:microsoft.com/office/officeart/2005/8/layout/orgChart1"/>
    <dgm:cxn modelId="{78E37258-D2F4-4391-9542-00BC12A0F8AF}" type="presParOf" srcId="{3BAD7D9F-24F5-4AA6-BA5D-A30E2BDD8DE7}" destId="{0CD981B7-6880-4CBE-837B-E1987B2856B4}" srcOrd="1" destOrd="0" presId="urn:microsoft.com/office/officeart/2005/8/layout/orgChart1"/>
    <dgm:cxn modelId="{E8A88580-6D75-43AA-8A7F-B06B6FA5DD8B}" type="presParOf" srcId="{0CD981B7-6880-4CBE-837B-E1987B2856B4}" destId="{9E056A08-E0FA-4B54-9A38-57FBDCF81A83}" srcOrd="0" destOrd="0" presId="urn:microsoft.com/office/officeart/2005/8/layout/orgChart1"/>
    <dgm:cxn modelId="{935D65D1-DADC-4F36-958C-272E65887CEB}" type="presParOf" srcId="{0CD981B7-6880-4CBE-837B-E1987B2856B4}" destId="{BDF9C874-BCD6-41E7-8B8D-FE96FD3023E2}" srcOrd="1" destOrd="0" presId="urn:microsoft.com/office/officeart/2005/8/layout/orgChart1"/>
    <dgm:cxn modelId="{DFACB394-3AE6-4D3B-B261-422F33714433}" type="presParOf" srcId="{BDF9C874-BCD6-41E7-8B8D-FE96FD3023E2}" destId="{56C51F2E-F0A7-4AE8-ADA6-014FA814102A}" srcOrd="0" destOrd="0" presId="urn:microsoft.com/office/officeart/2005/8/layout/orgChart1"/>
    <dgm:cxn modelId="{EF4B0E1E-4BEC-4C16-AEAF-FEC41B8FB969}" type="presParOf" srcId="{56C51F2E-F0A7-4AE8-ADA6-014FA814102A}" destId="{71A7FBCC-4FF1-4418-BD9F-7D090F793F97}" srcOrd="0" destOrd="0" presId="urn:microsoft.com/office/officeart/2005/8/layout/orgChart1"/>
    <dgm:cxn modelId="{CC125512-C9FE-4593-9E11-131590A5D8C6}" type="presParOf" srcId="{56C51F2E-F0A7-4AE8-ADA6-014FA814102A}" destId="{28294103-17BC-4408-9C6D-8416EDCF9E14}" srcOrd="1" destOrd="0" presId="urn:microsoft.com/office/officeart/2005/8/layout/orgChart1"/>
    <dgm:cxn modelId="{CB963178-3B91-42E3-9DB2-CA45F63DD294}" type="presParOf" srcId="{BDF9C874-BCD6-41E7-8B8D-FE96FD3023E2}" destId="{D4B7EA90-26F7-45F6-8BE0-19CC01B01C0A}" srcOrd="1" destOrd="0" presId="urn:microsoft.com/office/officeart/2005/8/layout/orgChart1"/>
    <dgm:cxn modelId="{B34E40E7-6687-4523-8748-A168E7B0B023}" type="presParOf" srcId="{BDF9C874-BCD6-41E7-8B8D-FE96FD3023E2}" destId="{59E2C8EF-F10F-4F69-A59F-4CFB89330834}" srcOrd="2" destOrd="0" presId="urn:microsoft.com/office/officeart/2005/8/layout/orgChart1"/>
    <dgm:cxn modelId="{2C6265EC-8A88-4CBC-ABDE-328300F6A935}" type="presParOf" srcId="{0CD981B7-6880-4CBE-837B-E1987B2856B4}" destId="{3FAD69DF-F147-442F-A572-20344262716E}" srcOrd="2" destOrd="0" presId="urn:microsoft.com/office/officeart/2005/8/layout/orgChart1"/>
    <dgm:cxn modelId="{4209F77B-A4FF-4BC2-976F-B11D8C297319}" type="presParOf" srcId="{0CD981B7-6880-4CBE-837B-E1987B2856B4}" destId="{8B1778C9-A834-4B8A-9DCE-95381F05EE54}" srcOrd="3" destOrd="0" presId="urn:microsoft.com/office/officeart/2005/8/layout/orgChart1"/>
    <dgm:cxn modelId="{CDF4AB08-064A-4D3B-8207-FDEDDEA7C925}" type="presParOf" srcId="{8B1778C9-A834-4B8A-9DCE-95381F05EE54}" destId="{E3C66C6F-F257-4E55-883E-F15E3BBE6655}" srcOrd="0" destOrd="0" presId="urn:microsoft.com/office/officeart/2005/8/layout/orgChart1"/>
    <dgm:cxn modelId="{ECEF6779-CC97-42A3-9F10-35198B8C0AC7}" type="presParOf" srcId="{E3C66C6F-F257-4E55-883E-F15E3BBE6655}" destId="{B9668054-1FDD-4ABE-92E1-61FABDCCA38F}" srcOrd="0" destOrd="0" presId="urn:microsoft.com/office/officeart/2005/8/layout/orgChart1"/>
    <dgm:cxn modelId="{7B716964-8821-4C06-96AF-B05CD517743E}" type="presParOf" srcId="{E3C66C6F-F257-4E55-883E-F15E3BBE6655}" destId="{4F5FFEC0-1D37-45CB-9489-1CEF5D086359}" srcOrd="1" destOrd="0" presId="urn:microsoft.com/office/officeart/2005/8/layout/orgChart1"/>
    <dgm:cxn modelId="{4A3FDD9F-97BF-4856-A148-8CFA3B20E7E0}" type="presParOf" srcId="{8B1778C9-A834-4B8A-9DCE-95381F05EE54}" destId="{C7BB8487-BED9-45C5-8A84-98A517F8BB09}" srcOrd="1" destOrd="0" presId="urn:microsoft.com/office/officeart/2005/8/layout/orgChart1"/>
    <dgm:cxn modelId="{D7997A71-DFA5-44C8-91FA-E60D9F756B44}" type="presParOf" srcId="{8B1778C9-A834-4B8A-9DCE-95381F05EE54}" destId="{75037267-8572-47E3-BB20-1E34D04658FB}" srcOrd="2" destOrd="0" presId="urn:microsoft.com/office/officeart/2005/8/layout/orgChart1"/>
    <dgm:cxn modelId="{DA595594-8644-4577-8F0F-63D7D1766252}" type="presParOf" srcId="{3BAD7D9F-24F5-4AA6-BA5D-A30E2BDD8DE7}" destId="{BA586B61-F206-4664-A254-BBE47B39648D}" srcOrd="2" destOrd="0" presId="urn:microsoft.com/office/officeart/2005/8/layout/orgChart1"/>
    <dgm:cxn modelId="{E0A8E963-DD62-4B97-B588-57D4A8A6FD01}" type="presParOf" srcId="{AAAB6F7C-2A12-4FAC-B88C-67A72D2AABB3}" destId="{EE234869-97F8-4BF7-A3F4-F63DD004E89A}" srcOrd="2" destOrd="0" presId="urn:microsoft.com/office/officeart/2005/8/layout/orgChart1"/>
    <dgm:cxn modelId="{9FF02577-B98E-48DC-B27E-71D9DDA00C28}" type="presParOf" srcId="{AAAB6F7C-2A12-4FAC-B88C-67A72D2AABB3}" destId="{2BD8B3DB-E984-4307-BD6C-B71CD40E77A0}" srcOrd="3" destOrd="0" presId="urn:microsoft.com/office/officeart/2005/8/layout/orgChart1"/>
    <dgm:cxn modelId="{E79D176D-5D45-4D4D-8669-4373DBF2C887}" type="presParOf" srcId="{2BD8B3DB-E984-4307-BD6C-B71CD40E77A0}" destId="{8F13D606-8D4A-4893-B679-5D1AD043ED2A}" srcOrd="0" destOrd="0" presId="urn:microsoft.com/office/officeart/2005/8/layout/orgChart1"/>
    <dgm:cxn modelId="{2DF70558-00C6-45EE-9E98-1818A59A047C}" type="presParOf" srcId="{8F13D606-8D4A-4893-B679-5D1AD043ED2A}" destId="{F4C2A9E3-26DE-45F1-8033-415D1078BFD5}" srcOrd="0" destOrd="0" presId="urn:microsoft.com/office/officeart/2005/8/layout/orgChart1"/>
    <dgm:cxn modelId="{15D34DDD-6FE9-4F5E-A117-F342EE2BF250}" type="presParOf" srcId="{8F13D606-8D4A-4893-B679-5D1AD043ED2A}" destId="{7C340010-E216-4DCD-95F5-1E5F04BEEF1E}" srcOrd="1" destOrd="0" presId="urn:microsoft.com/office/officeart/2005/8/layout/orgChart1"/>
    <dgm:cxn modelId="{02E66B02-1C27-4734-9118-8F3E9CD0C38C}" type="presParOf" srcId="{2BD8B3DB-E984-4307-BD6C-B71CD40E77A0}" destId="{EF1783CE-A2C8-49F3-B5FD-6215293F91F2}" srcOrd="1" destOrd="0" presId="urn:microsoft.com/office/officeart/2005/8/layout/orgChart1"/>
    <dgm:cxn modelId="{C58E210D-23E7-4D14-9A5E-0F90CDCE2256}" type="presParOf" srcId="{EF1783CE-A2C8-49F3-B5FD-6215293F91F2}" destId="{4A107248-90BD-4B60-A69B-F3B65C502586}" srcOrd="0" destOrd="0" presId="urn:microsoft.com/office/officeart/2005/8/layout/orgChart1"/>
    <dgm:cxn modelId="{B49FABDE-7A03-49E5-8C94-A34C3E5213E5}" type="presParOf" srcId="{EF1783CE-A2C8-49F3-B5FD-6215293F91F2}" destId="{946043A4-7DF3-429A-96C3-94B5D5F8B13E}" srcOrd="1" destOrd="0" presId="urn:microsoft.com/office/officeart/2005/8/layout/orgChart1"/>
    <dgm:cxn modelId="{42D1C382-F5A2-48FB-9F34-E91A77723AE5}" type="presParOf" srcId="{946043A4-7DF3-429A-96C3-94B5D5F8B13E}" destId="{84AC2A25-0EF7-4159-AE9F-AB4C26760ED3}" srcOrd="0" destOrd="0" presId="urn:microsoft.com/office/officeart/2005/8/layout/orgChart1"/>
    <dgm:cxn modelId="{800E5B3D-C94E-49B3-A0DC-C753A4D37820}" type="presParOf" srcId="{84AC2A25-0EF7-4159-AE9F-AB4C26760ED3}" destId="{281AA46E-567E-422C-AAD4-8C7630CCC3E0}" srcOrd="0" destOrd="0" presId="urn:microsoft.com/office/officeart/2005/8/layout/orgChart1"/>
    <dgm:cxn modelId="{FC36B105-D009-4358-A553-8678FFD75AA1}" type="presParOf" srcId="{84AC2A25-0EF7-4159-AE9F-AB4C26760ED3}" destId="{3F650E3D-67E0-483B-9F47-456A0742BBB2}" srcOrd="1" destOrd="0" presId="urn:microsoft.com/office/officeart/2005/8/layout/orgChart1"/>
    <dgm:cxn modelId="{D77B9FBB-E1A7-4040-B9D9-E10D71D42D13}" type="presParOf" srcId="{946043A4-7DF3-429A-96C3-94B5D5F8B13E}" destId="{82B3C67A-CFB5-4341-A990-BE6FAFC996C3}" srcOrd="1" destOrd="0" presId="urn:microsoft.com/office/officeart/2005/8/layout/orgChart1"/>
    <dgm:cxn modelId="{777F8AC0-E398-4D4F-93C2-5C371A10A0EE}" type="presParOf" srcId="{946043A4-7DF3-429A-96C3-94B5D5F8B13E}" destId="{35EC23A7-3348-41C7-B991-83713EB8D0F1}" srcOrd="2" destOrd="0" presId="urn:microsoft.com/office/officeart/2005/8/layout/orgChart1"/>
    <dgm:cxn modelId="{48D79984-6080-488C-8E2C-39ED090E84CE}" type="presParOf" srcId="{EF1783CE-A2C8-49F3-B5FD-6215293F91F2}" destId="{28E7CD03-2818-467F-B409-30C4FF8A851C}" srcOrd="2" destOrd="0" presId="urn:microsoft.com/office/officeart/2005/8/layout/orgChart1"/>
    <dgm:cxn modelId="{DA0643E0-C598-4618-8395-FF530C59F3F0}" type="presParOf" srcId="{EF1783CE-A2C8-49F3-B5FD-6215293F91F2}" destId="{CC924C16-5409-4674-A045-54188872F269}" srcOrd="3" destOrd="0" presId="urn:microsoft.com/office/officeart/2005/8/layout/orgChart1"/>
    <dgm:cxn modelId="{41754BED-6E57-4BDA-9DB6-5BE8480048D3}" type="presParOf" srcId="{CC924C16-5409-4674-A045-54188872F269}" destId="{C5D7D8D8-9756-4361-BF40-2529811484A5}" srcOrd="0" destOrd="0" presId="urn:microsoft.com/office/officeart/2005/8/layout/orgChart1"/>
    <dgm:cxn modelId="{3E0BE350-9AFD-4D8D-9445-3D87E11A0368}" type="presParOf" srcId="{C5D7D8D8-9756-4361-BF40-2529811484A5}" destId="{E4A20C24-D20C-4801-8B61-12A51F291804}" srcOrd="0" destOrd="0" presId="urn:microsoft.com/office/officeart/2005/8/layout/orgChart1"/>
    <dgm:cxn modelId="{5D16E04D-6297-499A-93BE-D92E950F7C1C}" type="presParOf" srcId="{C5D7D8D8-9756-4361-BF40-2529811484A5}" destId="{0FE1F6DD-8CE4-418E-8A0B-6D66BEA7C05E}" srcOrd="1" destOrd="0" presId="urn:microsoft.com/office/officeart/2005/8/layout/orgChart1"/>
    <dgm:cxn modelId="{4C77AD50-0E3A-4BA4-A935-62325074E996}" type="presParOf" srcId="{CC924C16-5409-4674-A045-54188872F269}" destId="{CA90918B-F116-4C24-8C38-028A44482689}" srcOrd="1" destOrd="0" presId="urn:microsoft.com/office/officeart/2005/8/layout/orgChart1"/>
    <dgm:cxn modelId="{B3C8BD51-024C-45F1-BB69-A932D3BF82C2}" type="presParOf" srcId="{CC924C16-5409-4674-A045-54188872F269}" destId="{C9CDF959-6D58-4842-8FE2-72FDDE05506E}" srcOrd="2" destOrd="0" presId="urn:microsoft.com/office/officeart/2005/8/layout/orgChart1"/>
    <dgm:cxn modelId="{370E1D28-E5D6-4280-9C04-F8907C95FBB2}" type="presParOf" srcId="{2BD8B3DB-E984-4307-BD6C-B71CD40E77A0}" destId="{D6B4A44A-42B3-46F5-9C7B-9F17981CED3F}" srcOrd="2" destOrd="0" presId="urn:microsoft.com/office/officeart/2005/8/layout/orgChart1"/>
    <dgm:cxn modelId="{9E8672EE-3324-4657-8929-90B7DA636CE8}" type="presParOf" srcId="{5D81DE05-4574-474E-A94C-0B7406DA427C}" destId="{83BC1D02-F70A-40E3-A7FB-6F7247884B82}" srcOrd="2" destOrd="0" presId="urn:microsoft.com/office/officeart/2005/8/layout/orgChart1"/>
    <dgm:cxn modelId="{A75468EA-E449-4F7F-B8CE-04C5CBDBD42B}" type="presParOf" srcId="{3EE09475-6D28-4B88-87F2-8ADE25681824}" destId="{CB6B0EEA-A290-4588-BC0A-4A805DC581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7CBC95-29A4-4CC1-87E4-BA0E0F1FCD94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CE5E3E-92A5-4624-B731-A88AC02EE65B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Learning Paradigms</a:t>
          </a:r>
        </a:p>
      </dgm:t>
    </dgm:pt>
    <dgm:pt modelId="{A2D1F2B6-C69A-48E4-A504-A7D588A9DB1A}" type="parTrans" cxnId="{1C93C261-1D2D-4101-8D93-938B9BDAD3B1}">
      <dgm:prSet/>
      <dgm:spPr/>
      <dgm:t>
        <a:bodyPr/>
        <a:lstStyle/>
        <a:p>
          <a:endParaRPr lang="en-US"/>
        </a:p>
      </dgm:t>
    </dgm:pt>
    <dgm:pt modelId="{39DFD9C8-A296-4591-81CA-7BEC82732CD0}" type="sibTrans" cxnId="{1C93C261-1D2D-4101-8D93-938B9BDAD3B1}">
      <dgm:prSet/>
      <dgm:spPr/>
      <dgm:t>
        <a:bodyPr/>
        <a:lstStyle/>
        <a:p>
          <a:endParaRPr lang="en-US"/>
        </a:p>
      </dgm:t>
    </dgm:pt>
    <dgm:pt modelId="{03D96B4B-C108-41A5-B5F6-7835FDD8AFB3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 dirty="0"/>
            <a:t>Supervised Learning</a:t>
          </a:r>
        </a:p>
      </dgm:t>
    </dgm:pt>
    <dgm:pt modelId="{78B5E93F-B167-408B-A9C6-8FE053C412C8}" type="parTrans" cxnId="{87908614-99CB-47EF-9DF1-9D6146E2AD39}">
      <dgm:prSet/>
      <dgm:spPr/>
      <dgm:t>
        <a:bodyPr/>
        <a:lstStyle/>
        <a:p>
          <a:endParaRPr lang="en-US"/>
        </a:p>
      </dgm:t>
    </dgm:pt>
    <dgm:pt modelId="{DA565974-C722-4B9D-9112-97D8E24DE908}" type="sibTrans" cxnId="{87908614-99CB-47EF-9DF1-9D6146E2AD39}">
      <dgm:prSet/>
      <dgm:spPr/>
      <dgm:t>
        <a:bodyPr/>
        <a:lstStyle/>
        <a:p>
          <a:endParaRPr lang="en-US"/>
        </a:p>
      </dgm:t>
    </dgm:pt>
    <dgm:pt modelId="{33E04882-203B-4BCB-9DBC-E0B4D344793F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 dirty="0"/>
            <a:t>Unsupervised Learning</a:t>
          </a:r>
        </a:p>
      </dgm:t>
    </dgm:pt>
    <dgm:pt modelId="{9B3FC903-12BB-46BD-945E-A0D221B852DA}" type="parTrans" cxnId="{FE3F3E0B-BEE4-4C3A-9A42-A07824FCCE17}">
      <dgm:prSet/>
      <dgm:spPr/>
      <dgm:t>
        <a:bodyPr/>
        <a:lstStyle/>
        <a:p>
          <a:endParaRPr lang="en-US"/>
        </a:p>
      </dgm:t>
    </dgm:pt>
    <dgm:pt modelId="{60617BF5-CE5F-4C86-939A-D9961D5B0A02}" type="sibTrans" cxnId="{FE3F3E0B-BEE4-4C3A-9A42-A07824FCCE17}">
      <dgm:prSet/>
      <dgm:spPr/>
      <dgm:t>
        <a:bodyPr/>
        <a:lstStyle/>
        <a:p>
          <a:endParaRPr lang="en-US"/>
        </a:p>
      </dgm:t>
    </dgm:pt>
    <dgm:pt modelId="{DD266AE7-C1D7-40C3-B328-B79089F14F88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 dirty="0"/>
            <a:t>Semi-Supervised Learning</a:t>
          </a:r>
        </a:p>
      </dgm:t>
    </dgm:pt>
    <dgm:pt modelId="{5CCCF6E1-BB82-4D11-B7E5-456D414CC15A}" type="parTrans" cxnId="{E0D2B3F0-1E45-4EE0-9379-4BDE6DC9DF07}">
      <dgm:prSet/>
      <dgm:spPr/>
      <dgm:t>
        <a:bodyPr/>
        <a:lstStyle/>
        <a:p>
          <a:endParaRPr lang="en-US"/>
        </a:p>
      </dgm:t>
    </dgm:pt>
    <dgm:pt modelId="{35073B53-A662-46BA-850E-7AD3C6711C01}" type="sibTrans" cxnId="{E0D2B3F0-1E45-4EE0-9379-4BDE6DC9DF07}">
      <dgm:prSet/>
      <dgm:spPr/>
      <dgm:t>
        <a:bodyPr/>
        <a:lstStyle/>
        <a:p>
          <a:endParaRPr lang="en-US"/>
        </a:p>
      </dgm:t>
    </dgm:pt>
    <dgm:pt modelId="{2A17E0A6-C317-4A9D-BC89-50A30C1B381B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 dirty="0"/>
            <a:t>Reinforcement Learning (RL)</a:t>
          </a:r>
        </a:p>
      </dgm:t>
    </dgm:pt>
    <dgm:pt modelId="{D6D226BA-6267-4291-8483-9A317B4237AD}" type="parTrans" cxnId="{2457D78C-1B46-446D-B385-016F6B7737BF}">
      <dgm:prSet/>
      <dgm:spPr/>
      <dgm:t>
        <a:bodyPr/>
        <a:lstStyle/>
        <a:p>
          <a:endParaRPr lang="en-US"/>
        </a:p>
      </dgm:t>
    </dgm:pt>
    <dgm:pt modelId="{F32BA64D-14CC-4ECF-839B-7641FBE969A1}" type="sibTrans" cxnId="{2457D78C-1B46-446D-B385-016F6B7737BF}">
      <dgm:prSet/>
      <dgm:spPr/>
      <dgm:t>
        <a:bodyPr/>
        <a:lstStyle/>
        <a:p>
          <a:endParaRPr lang="en-US"/>
        </a:p>
      </dgm:t>
    </dgm:pt>
    <dgm:pt modelId="{6A9958BA-8BC8-428C-95DB-A0C9BAB1228C}" type="pres">
      <dgm:prSet presAssocID="{587CBC95-29A4-4CC1-87E4-BA0E0F1FCD9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7575FE4-F568-4059-B44E-47A1C4087F39}" type="pres">
      <dgm:prSet presAssocID="{FDCE5E3E-92A5-4624-B731-A88AC02EE65B}" presName="hierRoot1" presStyleCnt="0">
        <dgm:presLayoutVars>
          <dgm:hierBranch val="init"/>
        </dgm:presLayoutVars>
      </dgm:prSet>
      <dgm:spPr/>
    </dgm:pt>
    <dgm:pt modelId="{5EE92352-AE1A-4F54-BB55-95A8334D9401}" type="pres">
      <dgm:prSet presAssocID="{FDCE5E3E-92A5-4624-B731-A88AC02EE65B}" presName="rootComposite1" presStyleCnt="0"/>
      <dgm:spPr/>
    </dgm:pt>
    <dgm:pt modelId="{9AF61F2F-5363-44C1-8442-06BFCC8959D9}" type="pres">
      <dgm:prSet presAssocID="{FDCE5E3E-92A5-4624-B731-A88AC02EE65B}" presName="rootText1" presStyleLbl="node0" presStyleIdx="0" presStyleCnt="1">
        <dgm:presLayoutVars>
          <dgm:chPref val="3"/>
        </dgm:presLayoutVars>
      </dgm:prSet>
      <dgm:spPr/>
    </dgm:pt>
    <dgm:pt modelId="{1344FADC-9B16-47DD-BB57-3B49AB220A59}" type="pres">
      <dgm:prSet presAssocID="{FDCE5E3E-92A5-4624-B731-A88AC02EE65B}" presName="rootConnector1" presStyleLbl="node1" presStyleIdx="0" presStyleCnt="0"/>
      <dgm:spPr/>
    </dgm:pt>
    <dgm:pt modelId="{E004ECD5-D6F2-4678-8EAA-39963A1C48C7}" type="pres">
      <dgm:prSet presAssocID="{FDCE5E3E-92A5-4624-B731-A88AC02EE65B}" presName="hierChild2" presStyleCnt="0"/>
      <dgm:spPr/>
    </dgm:pt>
    <dgm:pt modelId="{56636DC6-6F26-4D05-B110-A36BC2EA119A}" type="pres">
      <dgm:prSet presAssocID="{78B5E93F-B167-408B-A9C6-8FE053C412C8}" presName="Name37" presStyleLbl="parChTrans1D2" presStyleIdx="0" presStyleCnt="4"/>
      <dgm:spPr/>
    </dgm:pt>
    <dgm:pt modelId="{7C96D240-5C15-46CB-B040-7DF08AD627F1}" type="pres">
      <dgm:prSet presAssocID="{03D96B4B-C108-41A5-B5F6-7835FDD8AFB3}" presName="hierRoot2" presStyleCnt="0">
        <dgm:presLayoutVars>
          <dgm:hierBranch val="init"/>
        </dgm:presLayoutVars>
      </dgm:prSet>
      <dgm:spPr/>
    </dgm:pt>
    <dgm:pt modelId="{F5733394-9DFB-4BD0-A0E5-5667F563F62B}" type="pres">
      <dgm:prSet presAssocID="{03D96B4B-C108-41A5-B5F6-7835FDD8AFB3}" presName="rootComposite" presStyleCnt="0"/>
      <dgm:spPr/>
    </dgm:pt>
    <dgm:pt modelId="{A15BCA3A-8221-49F9-9CCE-9417045139A5}" type="pres">
      <dgm:prSet presAssocID="{03D96B4B-C108-41A5-B5F6-7835FDD8AFB3}" presName="rootText" presStyleLbl="node2" presStyleIdx="0" presStyleCnt="4">
        <dgm:presLayoutVars>
          <dgm:chPref val="3"/>
        </dgm:presLayoutVars>
      </dgm:prSet>
      <dgm:spPr/>
    </dgm:pt>
    <dgm:pt modelId="{14F37F1E-A0B5-473D-9C69-950DF3A8460D}" type="pres">
      <dgm:prSet presAssocID="{03D96B4B-C108-41A5-B5F6-7835FDD8AFB3}" presName="rootConnector" presStyleLbl="node2" presStyleIdx="0" presStyleCnt="4"/>
      <dgm:spPr/>
    </dgm:pt>
    <dgm:pt modelId="{FA9B9742-732C-4311-A1F7-2A47CABD3190}" type="pres">
      <dgm:prSet presAssocID="{03D96B4B-C108-41A5-B5F6-7835FDD8AFB3}" presName="hierChild4" presStyleCnt="0"/>
      <dgm:spPr/>
    </dgm:pt>
    <dgm:pt modelId="{207AE47B-02AD-4B0B-A214-94A30BCA8746}" type="pres">
      <dgm:prSet presAssocID="{03D96B4B-C108-41A5-B5F6-7835FDD8AFB3}" presName="hierChild5" presStyleCnt="0"/>
      <dgm:spPr/>
    </dgm:pt>
    <dgm:pt modelId="{70749CA8-8A91-4AC3-B2CC-AB9AD290D4DB}" type="pres">
      <dgm:prSet presAssocID="{9B3FC903-12BB-46BD-945E-A0D221B852DA}" presName="Name37" presStyleLbl="parChTrans1D2" presStyleIdx="1" presStyleCnt="4"/>
      <dgm:spPr/>
    </dgm:pt>
    <dgm:pt modelId="{7ECEC4FF-D76D-41E5-9DD6-10086CF756AF}" type="pres">
      <dgm:prSet presAssocID="{33E04882-203B-4BCB-9DBC-E0B4D344793F}" presName="hierRoot2" presStyleCnt="0">
        <dgm:presLayoutVars>
          <dgm:hierBranch val="init"/>
        </dgm:presLayoutVars>
      </dgm:prSet>
      <dgm:spPr/>
    </dgm:pt>
    <dgm:pt modelId="{9688C08A-E68C-4335-A649-ED1D211AE762}" type="pres">
      <dgm:prSet presAssocID="{33E04882-203B-4BCB-9DBC-E0B4D344793F}" presName="rootComposite" presStyleCnt="0"/>
      <dgm:spPr/>
    </dgm:pt>
    <dgm:pt modelId="{B4B3CBAD-9D64-436C-A1E0-F50CB829DA8C}" type="pres">
      <dgm:prSet presAssocID="{33E04882-203B-4BCB-9DBC-E0B4D344793F}" presName="rootText" presStyleLbl="node2" presStyleIdx="1" presStyleCnt="4">
        <dgm:presLayoutVars>
          <dgm:chPref val="3"/>
        </dgm:presLayoutVars>
      </dgm:prSet>
      <dgm:spPr/>
    </dgm:pt>
    <dgm:pt modelId="{4C1BCBD1-DBF9-42BF-A678-5E1D719E2C89}" type="pres">
      <dgm:prSet presAssocID="{33E04882-203B-4BCB-9DBC-E0B4D344793F}" presName="rootConnector" presStyleLbl="node2" presStyleIdx="1" presStyleCnt="4"/>
      <dgm:spPr/>
    </dgm:pt>
    <dgm:pt modelId="{877ACDC8-603F-4156-812C-6AB1F89D0EF4}" type="pres">
      <dgm:prSet presAssocID="{33E04882-203B-4BCB-9DBC-E0B4D344793F}" presName="hierChild4" presStyleCnt="0"/>
      <dgm:spPr/>
    </dgm:pt>
    <dgm:pt modelId="{FB75E899-E208-43B7-B242-43AEF284061B}" type="pres">
      <dgm:prSet presAssocID="{33E04882-203B-4BCB-9DBC-E0B4D344793F}" presName="hierChild5" presStyleCnt="0"/>
      <dgm:spPr/>
    </dgm:pt>
    <dgm:pt modelId="{44FECF63-796A-458A-A06F-77D067EE222E}" type="pres">
      <dgm:prSet presAssocID="{5CCCF6E1-BB82-4D11-B7E5-456D414CC15A}" presName="Name37" presStyleLbl="parChTrans1D2" presStyleIdx="2" presStyleCnt="4"/>
      <dgm:spPr/>
    </dgm:pt>
    <dgm:pt modelId="{F3405AFC-AE9A-4A61-B70C-A792C456A0E7}" type="pres">
      <dgm:prSet presAssocID="{DD266AE7-C1D7-40C3-B328-B79089F14F88}" presName="hierRoot2" presStyleCnt="0">
        <dgm:presLayoutVars>
          <dgm:hierBranch val="init"/>
        </dgm:presLayoutVars>
      </dgm:prSet>
      <dgm:spPr/>
    </dgm:pt>
    <dgm:pt modelId="{CDE32B8D-A408-4CD3-A86F-CA1AFFCBB655}" type="pres">
      <dgm:prSet presAssocID="{DD266AE7-C1D7-40C3-B328-B79089F14F88}" presName="rootComposite" presStyleCnt="0"/>
      <dgm:spPr/>
    </dgm:pt>
    <dgm:pt modelId="{5A73813E-5BBA-4A95-9FDB-97C116CFC308}" type="pres">
      <dgm:prSet presAssocID="{DD266AE7-C1D7-40C3-B328-B79089F14F88}" presName="rootText" presStyleLbl="node2" presStyleIdx="2" presStyleCnt="4">
        <dgm:presLayoutVars>
          <dgm:chPref val="3"/>
        </dgm:presLayoutVars>
      </dgm:prSet>
      <dgm:spPr/>
    </dgm:pt>
    <dgm:pt modelId="{6D46CA17-0771-4903-A24F-AF16160BE80B}" type="pres">
      <dgm:prSet presAssocID="{DD266AE7-C1D7-40C3-B328-B79089F14F88}" presName="rootConnector" presStyleLbl="node2" presStyleIdx="2" presStyleCnt="4"/>
      <dgm:spPr/>
    </dgm:pt>
    <dgm:pt modelId="{9381B3A5-4505-455F-8845-989BEEFE279F}" type="pres">
      <dgm:prSet presAssocID="{DD266AE7-C1D7-40C3-B328-B79089F14F88}" presName="hierChild4" presStyleCnt="0"/>
      <dgm:spPr/>
    </dgm:pt>
    <dgm:pt modelId="{C100305E-B31D-44FA-B6F6-3394FC78DCFC}" type="pres">
      <dgm:prSet presAssocID="{DD266AE7-C1D7-40C3-B328-B79089F14F88}" presName="hierChild5" presStyleCnt="0"/>
      <dgm:spPr/>
    </dgm:pt>
    <dgm:pt modelId="{3E8FDAD7-8CA4-4A3E-92A5-B93FD92E1866}" type="pres">
      <dgm:prSet presAssocID="{D6D226BA-6267-4291-8483-9A317B4237AD}" presName="Name37" presStyleLbl="parChTrans1D2" presStyleIdx="3" presStyleCnt="4"/>
      <dgm:spPr/>
    </dgm:pt>
    <dgm:pt modelId="{62A9DF54-16F8-406E-988F-225CE662422E}" type="pres">
      <dgm:prSet presAssocID="{2A17E0A6-C317-4A9D-BC89-50A30C1B381B}" presName="hierRoot2" presStyleCnt="0">
        <dgm:presLayoutVars>
          <dgm:hierBranch val="init"/>
        </dgm:presLayoutVars>
      </dgm:prSet>
      <dgm:spPr/>
    </dgm:pt>
    <dgm:pt modelId="{1C26C34B-1C85-4A7A-BE7F-C3386E259A6C}" type="pres">
      <dgm:prSet presAssocID="{2A17E0A6-C317-4A9D-BC89-50A30C1B381B}" presName="rootComposite" presStyleCnt="0"/>
      <dgm:spPr/>
    </dgm:pt>
    <dgm:pt modelId="{C5CE38CF-B2E4-4EA8-B3B0-7A70E8ADAE17}" type="pres">
      <dgm:prSet presAssocID="{2A17E0A6-C317-4A9D-BC89-50A30C1B381B}" presName="rootText" presStyleLbl="node2" presStyleIdx="3" presStyleCnt="4">
        <dgm:presLayoutVars>
          <dgm:chPref val="3"/>
        </dgm:presLayoutVars>
      </dgm:prSet>
      <dgm:spPr/>
    </dgm:pt>
    <dgm:pt modelId="{D8604BFA-F922-464D-BB41-3CAAB2DBCB62}" type="pres">
      <dgm:prSet presAssocID="{2A17E0A6-C317-4A9D-BC89-50A30C1B381B}" presName="rootConnector" presStyleLbl="node2" presStyleIdx="3" presStyleCnt="4"/>
      <dgm:spPr/>
    </dgm:pt>
    <dgm:pt modelId="{85184113-AD98-4345-9EE9-F835A785965E}" type="pres">
      <dgm:prSet presAssocID="{2A17E0A6-C317-4A9D-BC89-50A30C1B381B}" presName="hierChild4" presStyleCnt="0"/>
      <dgm:spPr/>
    </dgm:pt>
    <dgm:pt modelId="{095A246C-DB33-4A2A-9B6C-0441C66F68BD}" type="pres">
      <dgm:prSet presAssocID="{2A17E0A6-C317-4A9D-BC89-50A30C1B381B}" presName="hierChild5" presStyleCnt="0"/>
      <dgm:spPr/>
    </dgm:pt>
    <dgm:pt modelId="{4597B71D-ABC7-401F-9D69-999E305880F2}" type="pres">
      <dgm:prSet presAssocID="{FDCE5E3E-92A5-4624-B731-A88AC02EE65B}" presName="hierChild3" presStyleCnt="0"/>
      <dgm:spPr/>
    </dgm:pt>
  </dgm:ptLst>
  <dgm:cxnLst>
    <dgm:cxn modelId="{1597BA02-F756-429E-AC27-7813948768F2}" type="presOf" srcId="{78B5E93F-B167-408B-A9C6-8FE053C412C8}" destId="{56636DC6-6F26-4D05-B110-A36BC2EA119A}" srcOrd="0" destOrd="0" presId="urn:microsoft.com/office/officeart/2005/8/layout/orgChart1"/>
    <dgm:cxn modelId="{FE3F3E0B-BEE4-4C3A-9A42-A07824FCCE17}" srcId="{FDCE5E3E-92A5-4624-B731-A88AC02EE65B}" destId="{33E04882-203B-4BCB-9DBC-E0B4D344793F}" srcOrd="1" destOrd="0" parTransId="{9B3FC903-12BB-46BD-945E-A0D221B852DA}" sibTransId="{60617BF5-CE5F-4C86-939A-D9961D5B0A02}"/>
    <dgm:cxn modelId="{DE306C0D-0C2D-430A-874E-CC82EAAE25CD}" type="presOf" srcId="{587CBC95-29A4-4CC1-87E4-BA0E0F1FCD94}" destId="{6A9958BA-8BC8-428C-95DB-A0C9BAB1228C}" srcOrd="0" destOrd="0" presId="urn:microsoft.com/office/officeart/2005/8/layout/orgChart1"/>
    <dgm:cxn modelId="{87908614-99CB-47EF-9DF1-9D6146E2AD39}" srcId="{FDCE5E3E-92A5-4624-B731-A88AC02EE65B}" destId="{03D96B4B-C108-41A5-B5F6-7835FDD8AFB3}" srcOrd="0" destOrd="0" parTransId="{78B5E93F-B167-408B-A9C6-8FE053C412C8}" sibTransId="{DA565974-C722-4B9D-9112-97D8E24DE908}"/>
    <dgm:cxn modelId="{13AD8F27-15CE-40B3-AE7F-16C7DFD65A9A}" type="presOf" srcId="{9B3FC903-12BB-46BD-945E-A0D221B852DA}" destId="{70749CA8-8A91-4AC3-B2CC-AB9AD290D4DB}" srcOrd="0" destOrd="0" presId="urn:microsoft.com/office/officeart/2005/8/layout/orgChart1"/>
    <dgm:cxn modelId="{F0AE3136-1C85-404A-84DE-D130A9A856EF}" type="presOf" srcId="{D6D226BA-6267-4291-8483-9A317B4237AD}" destId="{3E8FDAD7-8CA4-4A3E-92A5-B93FD92E1866}" srcOrd="0" destOrd="0" presId="urn:microsoft.com/office/officeart/2005/8/layout/orgChart1"/>
    <dgm:cxn modelId="{1C93C261-1D2D-4101-8D93-938B9BDAD3B1}" srcId="{587CBC95-29A4-4CC1-87E4-BA0E0F1FCD94}" destId="{FDCE5E3E-92A5-4624-B731-A88AC02EE65B}" srcOrd="0" destOrd="0" parTransId="{A2D1F2B6-C69A-48E4-A504-A7D588A9DB1A}" sibTransId="{39DFD9C8-A296-4591-81CA-7BEC82732CD0}"/>
    <dgm:cxn modelId="{78D15F4A-F0B6-4028-B3DC-10AFC911DA78}" type="presOf" srcId="{2A17E0A6-C317-4A9D-BC89-50A30C1B381B}" destId="{D8604BFA-F922-464D-BB41-3CAAB2DBCB62}" srcOrd="1" destOrd="0" presId="urn:microsoft.com/office/officeart/2005/8/layout/orgChart1"/>
    <dgm:cxn modelId="{BF17E770-C05E-49C3-BC8D-A612BF7C2D35}" type="presOf" srcId="{FDCE5E3E-92A5-4624-B731-A88AC02EE65B}" destId="{9AF61F2F-5363-44C1-8442-06BFCC8959D9}" srcOrd="0" destOrd="0" presId="urn:microsoft.com/office/officeart/2005/8/layout/orgChart1"/>
    <dgm:cxn modelId="{6F688C52-5ACC-4DD7-88DC-162B7F24069E}" type="presOf" srcId="{2A17E0A6-C317-4A9D-BC89-50A30C1B381B}" destId="{C5CE38CF-B2E4-4EA8-B3B0-7A70E8ADAE17}" srcOrd="0" destOrd="0" presId="urn:microsoft.com/office/officeart/2005/8/layout/orgChart1"/>
    <dgm:cxn modelId="{BCF63D79-479D-47D2-90E9-BD0AE53D1080}" type="presOf" srcId="{03D96B4B-C108-41A5-B5F6-7835FDD8AFB3}" destId="{A15BCA3A-8221-49F9-9CCE-9417045139A5}" srcOrd="0" destOrd="0" presId="urn:microsoft.com/office/officeart/2005/8/layout/orgChart1"/>
    <dgm:cxn modelId="{FF68BB89-4F07-42CE-9CD7-9C589EEF7EEF}" type="presOf" srcId="{33E04882-203B-4BCB-9DBC-E0B4D344793F}" destId="{4C1BCBD1-DBF9-42BF-A678-5E1D719E2C89}" srcOrd="1" destOrd="0" presId="urn:microsoft.com/office/officeart/2005/8/layout/orgChart1"/>
    <dgm:cxn modelId="{2457D78C-1B46-446D-B385-016F6B7737BF}" srcId="{FDCE5E3E-92A5-4624-B731-A88AC02EE65B}" destId="{2A17E0A6-C317-4A9D-BC89-50A30C1B381B}" srcOrd="3" destOrd="0" parTransId="{D6D226BA-6267-4291-8483-9A317B4237AD}" sibTransId="{F32BA64D-14CC-4ECF-839B-7641FBE969A1}"/>
    <dgm:cxn modelId="{E164AFB3-7455-427F-AC1A-7EFC8A9CF7B0}" type="presOf" srcId="{33E04882-203B-4BCB-9DBC-E0B4D344793F}" destId="{B4B3CBAD-9D64-436C-A1E0-F50CB829DA8C}" srcOrd="0" destOrd="0" presId="urn:microsoft.com/office/officeart/2005/8/layout/orgChart1"/>
    <dgm:cxn modelId="{BEBA07B9-F178-4AA4-B8B6-D193CE84FE25}" type="presOf" srcId="{FDCE5E3E-92A5-4624-B731-A88AC02EE65B}" destId="{1344FADC-9B16-47DD-BB57-3B49AB220A59}" srcOrd="1" destOrd="0" presId="urn:microsoft.com/office/officeart/2005/8/layout/orgChart1"/>
    <dgm:cxn modelId="{8CEF77C2-F5D1-4DD8-A0BD-D34B3703FBEC}" type="presOf" srcId="{03D96B4B-C108-41A5-B5F6-7835FDD8AFB3}" destId="{14F37F1E-A0B5-473D-9C69-950DF3A8460D}" srcOrd="1" destOrd="0" presId="urn:microsoft.com/office/officeart/2005/8/layout/orgChart1"/>
    <dgm:cxn modelId="{CF3EBAD1-3BDA-482B-A202-B3380BBF405B}" type="presOf" srcId="{5CCCF6E1-BB82-4D11-B7E5-456D414CC15A}" destId="{44FECF63-796A-458A-A06F-77D067EE222E}" srcOrd="0" destOrd="0" presId="urn:microsoft.com/office/officeart/2005/8/layout/orgChart1"/>
    <dgm:cxn modelId="{E0D2B3F0-1E45-4EE0-9379-4BDE6DC9DF07}" srcId="{FDCE5E3E-92A5-4624-B731-A88AC02EE65B}" destId="{DD266AE7-C1D7-40C3-B328-B79089F14F88}" srcOrd="2" destOrd="0" parTransId="{5CCCF6E1-BB82-4D11-B7E5-456D414CC15A}" sibTransId="{35073B53-A662-46BA-850E-7AD3C6711C01}"/>
    <dgm:cxn modelId="{6CCAEBF5-94F0-485C-99CF-3F8CBB96248F}" type="presOf" srcId="{DD266AE7-C1D7-40C3-B328-B79089F14F88}" destId="{6D46CA17-0771-4903-A24F-AF16160BE80B}" srcOrd="1" destOrd="0" presId="urn:microsoft.com/office/officeart/2005/8/layout/orgChart1"/>
    <dgm:cxn modelId="{41EF23F7-EE97-4E14-B199-46F8A3F0F3BA}" type="presOf" srcId="{DD266AE7-C1D7-40C3-B328-B79089F14F88}" destId="{5A73813E-5BBA-4A95-9FDB-97C116CFC308}" srcOrd="0" destOrd="0" presId="urn:microsoft.com/office/officeart/2005/8/layout/orgChart1"/>
    <dgm:cxn modelId="{536A1F86-4B90-4AA9-98F7-4CD6FEAF0BC8}" type="presParOf" srcId="{6A9958BA-8BC8-428C-95DB-A0C9BAB1228C}" destId="{57575FE4-F568-4059-B44E-47A1C4087F39}" srcOrd="0" destOrd="0" presId="urn:microsoft.com/office/officeart/2005/8/layout/orgChart1"/>
    <dgm:cxn modelId="{9DC74B08-B580-4497-8AA9-3B259B5D48E4}" type="presParOf" srcId="{57575FE4-F568-4059-B44E-47A1C4087F39}" destId="{5EE92352-AE1A-4F54-BB55-95A8334D9401}" srcOrd="0" destOrd="0" presId="urn:microsoft.com/office/officeart/2005/8/layout/orgChart1"/>
    <dgm:cxn modelId="{FFA24455-55E2-447B-94DB-16301735704F}" type="presParOf" srcId="{5EE92352-AE1A-4F54-BB55-95A8334D9401}" destId="{9AF61F2F-5363-44C1-8442-06BFCC8959D9}" srcOrd="0" destOrd="0" presId="urn:microsoft.com/office/officeart/2005/8/layout/orgChart1"/>
    <dgm:cxn modelId="{D224DCF7-1D4F-44D7-83C7-D54902915821}" type="presParOf" srcId="{5EE92352-AE1A-4F54-BB55-95A8334D9401}" destId="{1344FADC-9B16-47DD-BB57-3B49AB220A59}" srcOrd="1" destOrd="0" presId="urn:microsoft.com/office/officeart/2005/8/layout/orgChart1"/>
    <dgm:cxn modelId="{FE41B7FE-04F1-4996-8DDB-ED9D8304D904}" type="presParOf" srcId="{57575FE4-F568-4059-B44E-47A1C4087F39}" destId="{E004ECD5-D6F2-4678-8EAA-39963A1C48C7}" srcOrd="1" destOrd="0" presId="urn:microsoft.com/office/officeart/2005/8/layout/orgChart1"/>
    <dgm:cxn modelId="{755E3513-3C44-418F-BD8C-1EED49B84C78}" type="presParOf" srcId="{E004ECD5-D6F2-4678-8EAA-39963A1C48C7}" destId="{56636DC6-6F26-4D05-B110-A36BC2EA119A}" srcOrd="0" destOrd="0" presId="urn:microsoft.com/office/officeart/2005/8/layout/orgChart1"/>
    <dgm:cxn modelId="{AD9D1EDB-84CE-40F7-8237-4F9958B80DA8}" type="presParOf" srcId="{E004ECD5-D6F2-4678-8EAA-39963A1C48C7}" destId="{7C96D240-5C15-46CB-B040-7DF08AD627F1}" srcOrd="1" destOrd="0" presId="urn:microsoft.com/office/officeart/2005/8/layout/orgChart1"/>
    <dgm:cxn modelId="{F78B0B5F-17E8-4CF7-A2F2-5FCD89A2C046}" type="presParOf" srcId="{7C96D240-5C15-46CB-B040-7DF08AD627F1}" destId="{F5733394-9DFB-4BD0-A0E5-5667F563F62B}" srcOrd="0" destOrd="0" presId="urn:microsoft.com/office/officeart/2005/8/layout/orgChart1"/>
    <dgm:cxn modelId="{5D58DA23-9D74-4B7D-BD1E-A6879A9EE2F8}" type="presParOf" srcId="{F5733394-9DFB-4BD0-A0E5-5667F563F62B}" destId="{A15BCA3A-8221-49F9-9CCE-9417045139A5}" srcOrd="0" destOrd="0" presId="urn:microsoft.com/office/officeart/2005/8/layout/orgChart1"/>
    <dgm:cxn modelId="{F81386B5-4D81-4087-A30D-3D81BBC55AA4}" type="presParOf" srcId="{F5733394-9DFB-4BD0-A0E5-5667F563F62B}" destId="{14F37F1E-A0B5-473D-9C69-950DF3A8460D}" srcOrd="1" destOrd="0" presId="urn:microsoft.com/office/officeart/2005/8/layout/orgChart1"/>
    <dgm:cxn modelId="{A80FBCE0-83F9-420B-8CF6-013FC1222186}" type="presParOf" srcId="{7C96D240-5C15-46CB-B040-7DF08AD627F1}" destId="{FA9B9742-732C-4311-A1F7-2A47CABD3190}" srcOrd="1" destOrd="0" presId="urn:microsoft.com/office/officeart/2005/8/layout/orgChart1"/>
    <dgm:cxn modelId="{FB23C447-F1CB-4503-85B0-065864FD9F49}" type="presParOf" srcId="{7C96D240-5C15-46CB-B040-7DF08AD627F1}" destId="{207AE47B-02AD-4B0B-A214-94A30BCA8746}" srcOrd="2" destOrd="0" presId="urn:microsoft.com/office/officeart/2005/8/layout/orgChart1"/>
    <dgm:cxn modelId="{ACEF5D89-949C-438F-B2FE-E0AC7245F013}" type="presParOf" srcId="{E004ECD5-D6F2-4678-8EAA-39963A1C48C7}" destId="{70749CA8-8A91-4AC3-B2CC-AB9AD290D4DB}" srcOrd="2" destOrd="0" presId="urn:microsoft.com/office/officeart/2005/8/layout/orgChart1"/>
    <dgm:cxn modelId="{B7C06499-E4D6-40E7-8156-069C9854CE6B}" type="presParOf" srcId="{E004ECD5-D6F2-4678-8EAA-39963A1C48C7}" destId="{7ECEC4FF-D76D-41E5-9DD6-10086CF756AF}" srcOrd="3" destOrd="0" presId="urn:microsoft.com/office/officeart/2005/8/layout/orgChart1"/>
    <dgm:cxn modelId="{5C083B44-203B-4B10-9A95-C3F6B94D053C}" type="presParOf" srcId="{7ECEC4FF-D76D-41E5-9DD6-10086CF756AF}" destId="{9688C08A-E68C-4335-A649-ED1D211AE762}" srcOrd="0" destOrd="0" presId="urn:microsoft.com/office/officeart/2005/8/layout/orgChart1"/>
    <dgm:cxn modelId="{39853F99-57C8-4E05-A1DA-01E8D88EC4ED}" type="presParOf" srcId="{9688C08A-E68C-4335-A649-ED1D211AE762}" destId="{B4B3CBAD-9D64-436C-A1E0-F50CB829DA8C}" srcOrd="0" destOrd="0" presId="urn:microsoft.com/office/officeart/2005/8/layout/orgChart1"/>
    <dgm:cxn modelId="{695D1C38-F14D-4B4F-8752-C4B7E314EBEF}" type="presParOf" srcId="{9688C08A-E68C-4335-A649-ED1D211AE762}" destId="{4C1BCBD1-DBF9-42BF-A678-5E1D719E2C89}" srcOrd="1" destOrd="0" presId="urn:microsoft.com/office/officeart/2005/8/layout/orgChart1"/>
    <dgm:cxn modelId="{0782C42D-4C6B-4DDB-89DE-A4614590F50E}" type="presParOf" srcId="{7ECEC4FF-D76D-41E5-9DD6-10086CF756AF}" destId="{877ACDC8-603F-4156-812C-6AB1F89D0EF4}" srcOrd="1" destOrd="0" presId="urn:microsoft.com/office/officeart/2005/8/layout/orgChart1"/>
    <dgm:cxn modelId="{93D099E0-FF44-49D0-8A8A-3B20B8D2C0C4}" type="presParOf" srcId="{7ECEC4FF-D76D-41E5-9DD6-10086CF756AF}" destId="{FB75E899-E208-43B7-B242-43AEF284061B}" srcOrd="2" destOrd="0" presId="urn:microsoft.com/office/officeart/2005/8/layout/orgChart1"/>
    <dgm:cxn modelId="{1DEE0640-8CB9-477C-97BE-40A3218A657C}" type="presParOf" srcId="{E004ECD5-D6F2-4678-8EAA-39963A1C48C7}" destId="{44FECF63-796A-458A-A06F-77D067EE222E}" srcOrd="4" destOrd="0" presId="urn:microsoft.com/office/officeart/2005/8/layout/orgChart1"/>
    <dgm:cxn modelId="{E22C67EB-967D-40A3-BE9D-E148FB4B3044}" type="presParOf" srcId="{E004ECD5-D6F2-4678-8EAA-39963A1C48C7}" destId="{F3405AFC-AE9A-4A61-B70C-A792C456A0E7}" srcOrd="5" destOrd="0" presId="urn:microsoft.com/office/officeart/2005/8/layout/orgChart1"/>
    <dgm:cxn modelId="{4A638CFC-CD7F-412B-99AB-D9DDE7EF9C4B}" type="presParOf" srcId="{F3405AFC-AE9A-4A61-B70C-A792C456A0E7}" destId="{CDE32B8D-A408-4CD3-A86F-CA1AFFCBB655}" srcOrd="0" destOrd="0" presId="urn:microsoft.com/office/officeart/2005/8/layout/orgChart1"/>
    <dgm:cxn modelId="{6618DC22-64C2-4AA0-A37F-4577BE55A4F5}" type="presParOf" srcId="{CDE32B8D-A408-4CD3-A86F-CA1AFFCBB655}" destId="{5A73813E-5BBA-4A95-9FDB-97C116CFC308}" srcOrd="0" destOrd="0" presId="urn:microsoft.com/office/officeart/2005/8/layout/orgChart1"/>
    <dgm:cxn modelId="{7DD47636-29F1-49C8-9BC0-73F0561A866B}" type="presParOf" srcId="{CDE32B8D-A408-4CD3-A86F-CA1AFFCBB655}" destId="{6D46CA17-0771-4903-A24F-AF16160BE80B}" srcOrd="1" destOrd="0" presId="urn:microsoft.com/office/officeart/2005/8/layout/orgChart1"/>
    <dgm:cxn modelId="{3281D0C7-1ECC-4370-9DD3-852A068C1EEE}" type="presParOf" srcId="{F3405AFC-AE9A-4A61-B70C-A792C456A0E7}" destId="{9381B3A5-4505-455F-8845-989BEEFE279F}" srcOrd="1" destOrd="0" presId="urn:microsoft.com/office/officeart/2005/8/layout/orgChart1"/>
    <dgm:cxn modelId="{7167496E-7BA4-4FA4-AEAD-6153E928CA0F}" type="presParOf" srcId="{F3405AFC-AE9A-4A61-B70C-A792C456A0E7}" destId="{C100305E-B31D-44FA-B6F6-3394FC78DCFC}" srcOrd="2" destOrd="0" presId="urn:microsoft.com/office/officeart/2005/8/layout/orgChart1"/>
    <dgm:cxn modelId="{E058F65C-9ED9-4322-81ED-74ADFE391D65}" type="presParOf" srcId="{E004ECD5-D6F2-4678-8EAA-39963A1C48C7}" destId="{3E8FDAD7-8CA4-4A3E-92A5-B93FD92E1866}" srcOrd="6" destOrd="0" presId="urn:microsoft.com/office/officeart/2005/8/layout/orgChart1"/>
    <dgm:cxn modelId="{CAE6E1B6-9FC9-43CA-AB55-16A2468A382E}" type="presParOf" srcId="{E004ECD5-D6F2-4678-8EAA-39963A1C48C7}" destId="{62A9DF54-16F8-406E-988F-225CE662422E}" srcOrd="7" destOrd="0" presId="urn:microsoft.com/office/officeart/2005/8/layout/orgChart1"/>
    <dgm:cxn modelId="{1A6F7E2F-074B-41BA-82F5-4FADD2A534A3}" type="presParOf" srcId="{62A9DF54-16F8-406E-988F-225CE662422E}" destId="{1C26C34B-1C85-4A7A-BE7F-C3386E259A6C}" srcOrd="0" destOrd="0" presId="urn:microsoft.com/office/officeart/2005/8/layout/orgChart1"/>
    <dgm:cxn modelId="{112C4A65-A386-448D-BF27-408BE95C02D2}" type="presParOf" srcId="{1C26C34B-1C85-4A7A-BE7F-C3386E259A6C}" destId="{C5CE38CF-B2E4-4EA8-B3B0-7A70E8ADAE17}" srcOrd="0" destOrd="0" presId="urn:microsoft.com/office/officeart/2005/8/layout/orgChart1"/>
    <dgm:cxn modelId="{6280C847-98DD-40AE-A27B-4CC197E3A3A9}" type="presParOf" srcId="{1C26C34B-1C85-4A7A-BE7F-C3386E259A6C}" destId="{D8604BFA-F922-464D-BB41-3CAAB2DBCB62}" srcOrd="1" destOrd="0" presId="urn:microsoft.com/office/officeart/2005/8/layout/orgChart1"/>
    <dgm:cxn modelId="{E0E0D655-C1EE-4D01-9686-5507BEC18158}" type="presParOf" srcId="{62A9DF54-16F8-406E-988F-225CE662422E}" destId="{85184113-AD98-4345-9EE9-F835A785965E}" srcOrd="1" destOrd="0" presId="urn:microsoft.com/office/officeart/2005/8/layout/orgChart1"/>
    <dgm:cxn modelId="{2879AD44-3191-450F-8800-F0C0974DCA52}" type="presParOf" srcId="{62A9DF54-16F8-406E-988F-225CE662422E}" destId="{095A246C-DB33-4A2A-9B6C-0441C66F68BD}" srcOrd="2" destOrd="0" presId="urn:microsoft.com/office/officeart/2005/8/layout/orgChart1"/>
    <dgm:cxn modelId="{662FDDDC-ACEA-49F4-8166-FF6958308258}" type="presParOf" srcId="{57575FE4-F568-4059-B44E-47A1C4087F39}" destId="{4597B71D-ABC7-401F-9D69-999E305880F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63D6D7-6E35-4670-AE29-E1CC96F64A3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41FA4F-3C65-4CC9-B841-9B98A13C0AC0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 dirty="0"/>
            <a:t>Learning Paradigms</a:t>
          </a:r>
        </a:p>
      </dgm:t>
    </dgm:pt>
    <dgm:pt modelId="{1D6DEC3A-2BB9-403C-A080-BF6746610BF2}" type="parTrans" cxnId="{3F80E3F9-3ADE-4CBF-A8CC-FB0E0596E39A}">
      <dgm:prSet/>
      <dgm:spPr/>
      <dgm:t>
        <a:bodyPr/>
        <a:lstStyle/>
        <a:p>
          <a:endParaRPr lang="en-US"/>
        </a:p>
      </dgm:t>
    </dgm:pt>
    <dgm:pt modelId="{640F7A59-7334-4450-8AFC-62A78AEE02DF}" type="sibTrans" cxnId="{3F80E3F9-3ADE-4CBF-A8CC-FB0E0596E39A}">
      <dgm:prSet/>
      <dgm:spPr/>
      <dgm:t>
        <a:bodyPr/>
        <a:lstStyle/>
        <a:p>
          <a:endParaRPr lang="en-US"/>
        </a:p>
      </dgm:t>
    </dgm:pt>
    <dgm:pt modelId="{C134018F-1C37-400B-8D3F-CF98E800C815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Supervised Learning</a:t>
          </a:r>
        </a:p>
      </dgm:t>
    </dgm:pt>
    <dgm:pt modelId="{282FE27E-7DE4-440B-90FE-95F719667578}" type="parTrans" cxnId="{E14D7CDA-8990-421A-B6A7-BEB22EF89E3D}">
      <dgm:prSet/>
      <dgm:spPr/>
      <dgm:t>
        <a:bodyPr/>
        <a:lstStyle/>
        <a:p>
          <a:endParaRPr lang="en-US"/>
        </a:p>
      </dgm:t>
    </dgm:pt>
    <dgm:pt modelId="{3383F689-7BE7-4358-BF77-1A59F6BF8476}" type="sibTrans" cxnId="{E14D7CDA-8990-421A-B6A7-BEB22EF89E3D}">
      <dgm:prSet/>
      <dgm:spPr/>
      <dgm:t>
        <a:bodyPr/>
        <a:lstStyle/>
        <a:p>
          <a:endParaRPr lang="en-US"/>
        </a:p>
      </dgm:t>
    </dgm:pt>
    <dgm:pt modelId="{C717337A-49E5-4E85-ABBF-3AA5B0679EDE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Classification</a:t>
          </a:r>
        </a:p>
      </dgm:t>
    </dgm:pt>
    <dgm:pt modelId="{7190BF51-39E0-4690-A6B1-0B221944DFF8}" type="parTrans" cxnId="{8CACC83C-71C4-4E5F-A74F-7DE4125201A7}">
      <dgm:prSet/>
      <dgm:spPr/>
      <dgm:t>
        <a:bodyPr/>
        <a:lstStyle/>
        <a:p>
          <a:endParaRPr lang="en-US"/>
        </a:p>
      </dgm:t>
    </dgm:pt>
    <dgm:pt modelId="{39DC6FB6-9C10-4895-A4BD-885D4EB8BE8C}" type="sibTrans" cxnId="{8CACC83C-71C4-4E5F-A74F-7DE4125201A7}">
      <dgm:prSet/>
      <dgm:spPr/>
      <dgm:t>
        <a:bodyPr/>
        <a:lstStyle/>
        <a:p>
          <a:endParaRPr lang="en-US"/>
        </a:p>
      </dgm:t>
    </dgm:pt>
    <dgm:pt modelId="{07956179-DA38-404B-9086-03AE8BF4C99A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Regression</a:t>
          </a:r>
        </a:p>
      </dgm:t>
    </dgm:pt>
    <dgm:pt modelId="{2624EBB6-2B53-49D1-B348-2C7EEFDA3F0F}" type="parTrans" cxnId="{306ACFEC-97E2-459F-BBDE-8B8A18F78EDC}">
      <dgm:prSet/>
      <dgm:spPr/>
      <dgm:t>
        <a:bodyPr/>
        <a:lstStyle/>
        <a:p>
          <a:endParaRPr lang="en-US"/>
        </a:p>
      </dgm:t>
    </dgm:pt>
    <dgm:pt modelId="{E41BEC85-A20A-4C7F-98B7-4C49731A9459}" type="sibTrans" cxnId="{306ACFEC-97E2-459F-BBDE-8B8A18F78EDC}">
      <dgm:prSet/>
      <dgm:spPr/>
      <dgm:t>
        <a:bodyPr/>
        <a:lstStyle/>
        <a:p>
          <a:endParaRPr lang="en-US"/>
        </a:p>
      </dgm:t>
    </dgm:pt>
    <dgm:pt modelId="{DAF70EEB-7113-45EE-A770-E54C04D1C4A9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Unsupervised Learning</a:t>
          </a:r>
        </a:p>
      </dgm:t>
    </dgm:pt>
    <dgm:pt modelId="{985F12D9-83F2-4426-86D4-CB8EDCD19A00}" type="parTrans" cxnId="{495CF23F-7345-4835-B81C-E60B703952C6}">
      <dgm:prSet/>
      <dgm:spPr/>
      <dgm:t>
        <a:bodyPr/>
        <a:lstStyle/>
        <a:p>
          <a:endParaRPr lang="en-US"/>
        </a:p>
      </dgm:t>
    </dgm:pt>
    <dgm:pt modelId="{4CC14ACD-CAFC-4A2C-91B8-EA169CAD902F}" type="sibTrans" cxnId="{495CF23F-7345-4835-B81C-E60B703952C6}">
      <dgm:prSet/>
      <dgm:spPr/>
      <dgm:t>
        <a:bodyPr/>
        <a:lstStyle/>
        <a:p>
          <a:endParaRPr lang="en-US"/>
        </a:p>
      </dgm:t>
    </dgm:pt>
    <dgm:pt modelId="{8DF0A7F6-C84E-499D-BDC5-2BCF2D873C1B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Clustering</a:t>
          </a:r>
        </a:p>
      </dgm:t>
    </dgm:pt>
    <dgm:pt modelId="{556EA6BC-7DE7-498D-BEFC-6EFABFBA928A}" type="parTrans" cxnId="{F6EB70DA-5F5E-4E29-83F0-DA7962EFB7FB}">
      <dgm:prSet/>
      <dgm:spPr/>
      <dgm:t>
        <a:bodyPr/>
        <a:lstStyle/>
        <a:p>
          <a:endParaRPr lang="en-US"/>
        </a:p>
      </dgm:t>
    </dgm:pt>
    <dgm:pt modelId="{58E77E42-D21C-4BA0-ABFB-5CD2D03A0612}" type="sibTrans" cxnId="{F6EB70DA-5F5E-4E29-83F0-DA7962EFB7FB}">
      <dgm:prSet/>
      <dgm:spPr/>
      <dgm:t>
        <a:bodyPr/>
        <a:lstStyle/>
        <a:p>
          <a:endParaRPr lang="en-US"/>
        </a:p>
      </dgm:t>
    </dgm:pt>
    <dgm:pt modelId="{98214AE9-E9EE-40EC-B1F7-D484AA77A87E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Association</a:t>
          </a:r>
        </a:p>
      </dgm:t>
    </dgm:pt>
    <dgm:pt modelId="{9683E7F4-5288-4C2D-90C6-2DD56DA15CE7}" type="parTrans" cxnId="{57592A51-9236-49C0-A31D-C35D5CA2DFB0}">
      <dgm:prSet/>
      <dgm:spPr/>
      <dgm:t>
        <a:bodyPr/>
        <a:lstStyle/>
        <a:p>
          <a:endParaRPr lang="en-US"/>
        </a:p>
      </dgm:t>
    </dgm:pt>
    <dgm:pt modelId="{364B66B0-0C43-45A3-8EB6-70321CFA2341}" type="sibTrans" cxnId="{57592A51-9236-49C0-A31D-C35D5CA2DFB0}">
      <dgm:prSet/>
      <dgm:spPr/>
      <dgm:t>
        <a:bodyPr/>
        <a:lstStyle/>
        <a:p>
          <a:endParaRPr lang="en-US"/>
        </a:p>
      </dgm:t>
    </dgm:pt>
    <dgm:pt modelId="{8498CEB0-3494-4044-8A54-8F9B5B1D3A4C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Semi-Supervised Learning</a:t>
          </a:r>
        </a:p>
      </dgm:t>
    </dgm:pt>
    <dgm:pt modelId="{723AEE82-CCA7-4C2A-8AAE-20B36CA46B42}" type="parTrans" cxnId="{8C51F23E-C62C-4DF7-8323-3624BFDA3BE0}">
      <dgm:prSet/>
      <dgm:spPr/>
      <dgm:t>
        <a:bodyPr/>
        <a:lstStyle/>
        <a:p>
          <a:endParaRPr lang="en-US"/>
        </a:p>
      </dgm:t>
    </dgm:pt>
    <dgm:pt modelId="{CA384484-5774-4A86-BD18-022BD6F731AE}" type="sibTrans" cxnId="{8C51F23E-C62C-4DF7-8323-3624BFDA3BE0}">
      <dgm:prSet/>
      <dgm:spPr/>
      <dgm:t>
        <a:bodyPr/>
        <a:lstStyle/>
        <a:p>
          <a:endParaRPr lang="en-US"/>
        </a:p>
      </dgm:t>
    </dgm:pt>
    <dgm:pt modelId="{66D991F9-1F4C-4D2D-BBFF-10F4839C33D6}">
      <dgm:prSet/>
      <dgm:spPr>
        <a:solidFill>
          <a:srgbClr val="2C9AE9"/>
        </a:solidFill>
        <a:ln>
          <a:noFill/>
        </a:ln>
      </dgm:spPr>
      <dgm:t>
        <a:bodyPr/>
        <a:lstStyle/>
        <a:p>
          <a:r>
            <a:rPr lang="en-US"/>
            <a:t>Reinforcement Learning (RL)</a:t>
          </a:r>
        </a:p>
      </dgm:t>
    </dgm:pt>
    <dgm:pt modelId="{4E874405-990F-465E-A2FE-E581D08AC8BC}" type="parTrans" cxnId="{23F009CB-3931-4CEB-B5FE-55222D2F55C8}">
      <dgm:prSet/>
      <dgm:spPr/>
      <dgm:t>
        <a:bodyPr/>
        <a:lstStyle/>
        <a:p>
          <a:endParaRPr lang="en-US"/>
        </a:p>
      </dgm:t>
    </dgm:pt>
    <dgm:pt modelId="{7B5E1E4A-D9A8-4248-AD2D-9705A607424C}" type="sibTrans" cxnId="{23F009CB-3931-4CEB-B5FE-55222D2F55C8}">
      <dgm:prSet/>
      <dgm:spPr/>
      <dgm:t>
        <a:bodyPr/>
        <a:lstStyle/>
        <a:p>
          <a:endParaRPr lang="en-US"/>
        </a:p>
      </dgm:t>
    </dgm:pt>
    <dgm:pt modelId="{BC017D0E-F85B-4B28-9DF4-543AFE2E49D9}" type="pres">
      <dgm:prSet presAssocID="{3063D6D7-6E35-4670-AE29-E1CC96F64A3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B4611D2-742C-40F5-B173-19EED3A0EB68}" type="pres">
      <dgm:prSet presAssocID="{8441FA4F-3C65-4CC9-B841-9B98A13C0AC0}" presName="hierRoot1" presStyleCnt="0">
        <dgm:presLayoutVars>
          <dgm:hierBranch val="init"/>
        </dgm:presLayoutVars>
      </dgm:prSet>
      <dgm:spPr/>
    </dgm:pt>
    <dgm:pt modelId="{798D69BD-6F72-479A-94A6-C8A57D3FB11F}" type="pres">
      <dgm:prSet presAssocID="{8441FA4F-3C65-4CC9-B841-9B98A13C0AC0}" presName="rootComposite1" presStyleCnt="0"/>
      <dgm:spPr/>
    </dgm:pt>
    <dgm:pt modelId="{86DFFFF8-80A6-4FA1-B8BE-5E99E548A70D}" type="pres">
      <dgm:prSet presAssocID="{8441FA4F-3C65-4CC9-B841-9B98A13C0AC0}" presName="rootText1" presStyleLbl="node0" presStyleIdx="0" presStyleCnt="1">
        <dgm:presLayoutVars>
          <dgm:chPref val="3"/>
        </dgm:presLayoutVars>
      </dgm:prSet>
      <dgm:spPr/>
    </dgm:pt>
    <dgm:pt modelId="{81F13715-E9EF-4F37-9235-A3BBD0A52293}" type="pres">
      <dgm:prSet presAssocID="{8441FA4F-3C65-4CC9-B841-9B98A13C0AC0}" presName="rootConnector1" presStyleLbl="node1" presStyleIdx="0" presStyleCnt="0"/>
      <dgm:spPr/>
    </dgm:pt>
    <dgm:pt modelId="{1A514CDD-6ED6-44AD-8D6C-7EE39663F983}" type="pres">
      <dgm:prSet presAssocID="{8441FA4F-3C65-4CC9-B841-9B98A13C0AC0}" presName="hierChild2" presStyleCnt="0"/>
      <dgm:spPr/>
    </dgm:pt>
    <dgm:pt modelId="{EBBB2094-D360-4E9E-A6ED-86EA85BFED52}" type="pres">
      <dgm:prSet presAssocID="{282FE27E-7DE4-440B-90FE-95F719667578}" presName="Name37" presStyleLbl="parChTrans1D2" presStyleIdx="0" presStyleCnt="4"/>
      <dgm:spPr/>
    </dgm:pt>
    <dgm:pt modelId="{351884BB-E36D-4DE2-8F25-A071A67B01F1}" type="pres">
      <dgm:prSet presAssocID="{C134018F-1C37-400B-8D3F-CF98E800C815}" presName="hierRoot2" presStyleCnt="0">
        <dgm:presLayoutVars>
          <dgm:hierBranch val="init"/>
        </dgm:presLayoutVars>
      </dgm:prSet>
      <dgm:spPr/>
    </dgm:pt>
    <dgm:pt modelId="{AE1D7DA5-C95C-4AB4-BAEF-0648BC86FB1D}" type="pres">
      <dgm:prSet presAssocID="{C134018F-1C37-400B-8D3F-CF98E800C815}" presName="rootComposite" presStyleCnt="0"/>
      <dgm:spPr/>
    </dgm:pt>
    <dgm:pt modelId="{AC194427-7FC0-4983-853A-F76611C24D02}" type="pres">
      <dgm:prSet presAssocID="{C134018F-1C37-400B-8D3F-CF98E800C815}" presName="rootText" presStyleLbl="node2" presStyleIdx="0" presStyleCnt="4">
        <dgm:presLayoutVars>
          <dgm:chPref val="3"/>
        </dgm:presLayoutVars>
      </dgm:prSet>
      <dgm:spPr/>
    </dgm:pt>
    <dgm:pt modelId="{58B12502-4423-4645-933D-7CFE0B9BBEE8}" type="pres">
      <dgm:prSet presAssocID="{C134018F-1C37-400B-8D3F-CF98E800C815}" presName="rootConnector" presStyleLbl="node2" presStyleIdx="0" presStyleCnt="4"/>
      <dgm:spPr/>
    </dgm:pt>
    <dgm:pt modelId="{5AD150C9-E178-40D4-9729-A1BF0C1E9446}" type="pres">
      <dgm:prSet presAssocID="{C134018F-1C37-400B-8D3F-CF98E800C815}" presName="hierChild4" presStyleCnt="0"/>
      <dgm:spPr/>
    </dgm:pt>
    <dgm:pt modelId="{E8FB01AF-5FEB-46EA-8DB6-D127393E0461}" type="pres">
      <dgm:prSet presAssocID="{7190BF51-39E0-4690-A6B1-0B221944DFF8}" presName="Name37" presStyleLbl="parChTrans1D3" presStyleIdx="0" presStyleCnt="4"/>
      <dgm:spPr/>
    </dgm:pt>
    <dgm:pt modelId="{262D06BF-8277-4B47-87C8-87B713902BB6}" type="pres">
      <dgm:prSet presAssocID="{C717337A-49E5-4E85-ABBF-3AA5B0679EDE}" presName="hierRoot2" presStyleCnt="0">
        <dgm:presLayoutVars>
          <dgm:hierBranch val="init"/>
        </dgm:presLayoutVars>
      </dgm:prSet>
      <dgm:spPr/>
    </dgm:pt>
    <dgm:pt modelId="{FF77BE47-2332-4609-ACCE-325A0D5AA2F2}" type="pres">
      <dgm:prSet presAssocID="{C717337A-49E5-4E85-ABBF-3AA5B0679EDE}" presName="rootComposite" presStyleCnt="0"/>
      <dgm:spPr/>
    </dgm:pt>
    <dgm:pt modelId="{05BDCEF5-7877-409A-A6B2-F52A6AEA943D}" type="pres">
      <dgm:prSet presAssocID="{C717337A-49E5-4E85-ABBF-3AA5B0679EDE}" presName="rootText" presStyleLbl="node3" presStyleIdx="0" presStyleCnt="4">
        <dgm:presLayoutVars>
          <dgm:chPref val="3"/>
        </dgm:presLayoutVars>
      </dgm:prSet>
      <dgm:spPr/>
    </dgm:pt>
    <dgm:pt modelId="{7A1DA320-CA15-4B5E-B105-4F325A6A180D}" type="pres">
      <dgm:prSet presAssocID="{C717337A-49E5-4E85-ABBF-3AA5B0679EDE}" presName="rootConnector" presStyleLbl="node3" presStyleIdx="0" presStyleCnt="4"/>
      <dgm:spPr/>
    </dgm:pt>
    <dgm:pt modelId="{40259E2C-FD1C-4529-B0CC-0E2051959524}" type="pres">
      <dgm:prSet presAssocID="{C717337A-49E5-4E85-ABBF-3AA5B0679EDE}" presName="hierChild4" presStyleCnt="0"/>
      <dgm:spPr/>
    </dgm:pt>
    <dgm:pt modelId="{DF892335-2D85-443D-8AEF-07F1DFF6EAD9}" type="pres">
      <dgm:prSet presAssocID="{C717337A-49E5-4E85-ABBF-3AA5B0679EDE}" presName="hierChild5" presStyleCnt="0"/>
      <dgm:spPr/>
    </dgm:pt>
    <dgm:pt modelId="{C44EB686-97D5-44CB-89E6-23910AD8288A}" type="pres">
      <dgm:prSet presAssocID="{2624EBB6-2B53-49D1-B348-2C7EEFDA3F0F}" presName="Name37" presStyleLbl="parChTrans1D3" presStyleIdx="1" presStyleCnt="4"/>
      <dgm:spPr/>
    </dgm:pt>
    <dgm:pt modelId="{EE6D311D-72AA-4F96-9890-7384E528F7FD}" type="pres">
      <dgm:prSet presAssocID="{07956179-DA38-404B-9086-03AE8BF4C99A}" presName="hierRoot2" presStyleCnt="0">
        <dgm:presLayoutVars>
          <dgm:hierBranch val="init"/>
        </dgm:presLayoutVars>
      </dgm:prSet>
      <dgm:spPr/>
    </dgm:pt>
    <dgm:pt modelId="{332C972E-3F1A-4E76-B5BA-8D992C2C2E12}" type="pres">
      <dgm:prSet presAssocID="{07956179-DA38-404B-9086-03AE8BF4C99A}" presName="rootComposite" presStyleCnt="0"/>
      <dgm:spPr/>
    </dgm:pt>
    <dgm:pt modelId="{3FE5C849-56F6-4E44-AB44-942CCDC6D50C}" type="pres">
      <dgm:prSet presAssocID="{07956179-DA38-404B-9086-03AE8BF4C99A}" presName="rootText" presStyleLbl="node3" presStyleIdx="1" presStyleCnt="4">
        <dgm:presLayoutVars>
          <dgm:chPref val="3"/>
        </dgm:presLayoutVars>
      </dgm:prSet>
      <dgm:spPr/>
    </dgm:pt>
    <dgm:pt modelId="{B66363CA-7C80-4E76-92F0-7C39C5B1C258}" type="pres">
      <dgm:prSet presAssocID="{07956179-DA38-404B-9086-03AE8BF4C99A}" presName="rootConnector" presStyleLbl="node3" presStyleIdx="1" presStyleCnt="4"/>
      <dgm:spPr/>
    </dgm:pt>
    <dgm:pt modelId="{2FE0EB16-A8E4-4D6E-A9B1-74CC71756DEC}" type="pres">
      <dgm:prSet presAssocID="{07956179-DA38-404B-9086-03AE8BF4C99A}" presName="hierChild4" presStyleCnt="0"/>
      <dgm:spPr/>
    </dgm:pt>
    <dgm:pt modelId="{BDD971C4-E092-4E89-97B5-DEA4F511B3F5}" type="pres">
      <dgm:prSet presAssocID="{07956179-DA38-404B-9086-03AE8BF4C99A}" presName="hierChild5" presStyleCnt="0"/>
      <dgm:spPr/>
    </dgm:pt>
    <dgm:pt modelId="{E882902C-F996-4E14-B1C5-F791D6D46094}" type="pres">
      <dgm:prSet presAssocID="{C134018F-1C37-400B-8D3F-CF98E800C815}" presName="hierChild5" presStyleCnt="0"/>
      <dgm:spPr/>
    </dgm:pt>
    <dgm:pt modelId="{8B474171-89B6-44B7-8239-5A776A531FD8}" type="pres">
      <dgm:prSet presAssocID="{985F12D9-83F2-4426-86D4-CB8EDCD19A00}" presName="Name37" presStyleLbl="parChTrans1D2" presStyleIdx="1" presStyleCnt="4"/>
      <dgm:spPr/>
    </dgm:pt>
    <dgm:pt modelId="{120D1BD8-4536-4A59-8019-49E6AB9B30A2}" type="pres">
      <dgm:prSet presAssocID="{DAF70EEB-7113-45EE-A770-E54C04D1C4A9}" presName="hierRoot2" presStyleCnt="0">
        <dgm:presLayoutVars>
          <dgm:hierBranch val="init"/>
        </dgm:presLayoutVars>
      </dgm:prSet>
      <dgm:spPr/>
    </dgm:pt>
    <dgm:pt modelId="{65569C10-159B-4AB3-8D69-B9136C2418B4}" type="pres">
      <dgm:prSet presAssocID="{DAF70EEB-7113-45EE-A770-E54C04D1C4A9}" presName="rootComposite" presStyleCnt="0"/>
      <dgm:spPr/>
    </dgm:pt>
    <dgm:pt modelId="{DCA8CF77-E132-4330-AE1F-717518047677}" type="pres">
      <dgm:prSet presAssocID="{DAF70EEB-7113-45EE-A770-E54C04D1C4A9}" presName="rootText" presStyleLbl="node2" presStyleIdx="1" presStyleCnt="4">
        <dgm:presLayoutVars>
          <dgm:chPref val="3"/>
        </dgm:presLayoutVars>
      </dgm:prSet>
      <dgm:spPr/>
    </dgm:pt>
    <dgm:pt modelId="{343A2255-2333-46B3-A419-BC684365F531}" type="pres">
      <dgm:prSet presAssocID="{DAF70EEB-7113-45EE-A770-E54C04D1C4A9}" presName="rootConnector" presStyleLbl="node2" presStyleIdx="1" presStyleCnt="4"/>
      <dgm:spPr/>
    </dgm:pt>
    <dgm:pt modelId="{5E14A3B1-6386-4676-B210-79998C54664F}" type="pres">
      <dgm:prSet presAssocID="{DAF70EEB-7113-45EE-A770-E54C04D1C4A9}" presName="hierChild4" presStyleCnt="0"/>
      <dgm:spPr/>
    </dgm:pt>
    <dgm:pt modelId="{AEBD31FF-0C0B-4506-BBA0-F0404045B912}" type="pres">
      <dgm:prSet presAssocID="{556EA6BC-7DE7-498D-BEFC-6EFABFBA928A}" presName="Name37" presStyleLbl="parChTrans1D3" presStyleIdx="2" presStyleCnt="4"/>
      <dgm:spPr/>
    </dgm:pt>
    <dgm:pt modelId="{0988CBEA-6552-4C32-A0D9-15191D162425}" type="pres">
      <dgm:prSet presAssocID="{8DF0A7F6-C84E-499D-BDC5-2BCF2D873C1B}" presName="hierRoot2" presStyleCnt="0">
        <dgm:presLayoutVars>
          <dgm:hierBranch val="init"/>
        </dgm:presLayoutVars>
      </dgm:prSet>
      <dgm:spPr/>
    </dgm:pt>
    <dgm:pt modelId="{35548EE9-FBC9-44F2-971E-E3F83246E66C}" type="pres">
      <dgm:prSet presAssocID="{8DF0A7F6-C84E-499D-BDC5-2BCF2D873C1B}" presName="rootComposite" presStyleCnt="0"/>
      <dgm:spPr/>
    </dgm:pt>
    <dgm:pt modelId="{BE8EDF4E-6142-4EE0-92AE-269B503574E7}" type="pres">
      <dgm:prSet presAssocID="{8DF0A7F6-C84E-499D-BDC5-2BCF2D873C1B}" presName="rootText" presStyleLbl="node3" presStyleIdx="2" presStyleCnt="4">
        <dgm:presLayoutVars>
          <dgm:chPref val="3"/>
        </dgm:presLayoutVars>
      </dgm:prSet>
      <dgm:spPr/>
    </dgm:pt>
    <dgm:pt modelId="{D93425F1-17DC-4F83-8547-934B76A7931B}" type="pres">
      <dgm:prSet presAssocID="{8DF0A7F6-C84E-499D-BDC5-2BCF2D873C1B}" presName="rootConnector" presStyleLbl="node3" presStyleIdx="2" presStyleCnt="4"/>
      <dgm:spPr/>
    </dgm:pt>
    <dgm:pt modelId="{BA912D31-265E-45E3-8F3E-F01153553786}" type="pres">
      <dgm:prSet presAssocID="{8DF0A7F6-C84E-499D-BDC5-2BCF2D873C1B}" presName="hierChild4" presStyleCnt="0"/>
      <dgm:spPr/>
    </dgm:pt>
    <dgm:pt modelId="{6ADC0E19-BE52-4163-AD37-80616F1B14F0}" type="pres">
      <dgm:prSet presAssocID="{8DF0A7F6-C84E-499D-BDC5-2BCF2D873C1B}" presName="hierChild5" presStyleCnt="0"/>
      <dgm:spPr/>
    </dgm:pt>
    <dgm:pt modelId="{054CEDAA-BFA3-432C-853E-0B281A642844}" type="pres">
      <dgm:prSet presAssocID="{9683E7F4-5288-4C2D-90C6-2DD56DA15CE7}" presName="Name37" presStyleLbl="parChTrans1D3" presStyleIdx="3" presStyleCnt="4"/>
      <dgm:spPr/>
    </dgm:pt>
    <dgm:pt modelId="{DB38C891-11A9-473A-A8A2-11B1BA2B6332}" type="pres">
      <dgm:prSet presAssocID="{98214AE9-E9EE-40EC-B1F7-D484AA77A87E}" presName="hierRoot2" presStyleCnt="0">
        <dgm:presLayoutVars>
          <dgm:hierBranch val="init"/>
        </dgm:presLayoutVars>
      </dgm:prSet>
      <dgm:spPr/>
    </dgm:pt>
    <dgm:pt modelId="{C0231EC7-EE0E-4102-BD81-BD74F46B3C89}" type="pres">
      <dgm:prSet presAssocID="{98214AE9-E9EE-40EC-B1F7-D484AA77A87E}" presName="rootComposite" presStyleCnt="0"/>
      <dgm:spPr/>
    </dgm:pt>
    <dgm:pt modelId="{8009D300-220B-416B-B59D-5BB10E332BF9}" type="pres">
      <dgm:prSet presAssocID="{98214AE9-E9EE-40EC-B1F7-D484AA77A87E}" presName="rootText" presStyleLbl="node3" presStyleIdx="3" presStyleCnt="4">
        <dgm:presLayoutVars>
          <dgm:chPref val="3"/>
        </dgm:presLayoutVars>
      </dgm:prSet>
      <dgm:spPr/>
    </dgm:pt>
    <dgm:pt modelId="{FAC035B3-CC91-48E2-A2F0-5FA1ED37335D}" type="pres">
      <dgm:prSet presAssocID="{98214AE9-E9EE-40EC-B1F7-D484AA77A87E}" presName="rootConnector" presStyleLbl="node3" presStyleIdx="3" presStyleCnt="4"/>
      <dgm:spPr/>
    </dgm:pt>
    <dgm:pt modelId="{3D7D02E7-88D9-4B2A-86EF-10FF578A1461}" type="pres">
      <dgm:prSet presAssocID="{98214AE9-E9EE-40EC-B1F7-D484AA77A87E}" presName="hierChild4" presStyleCnt="0"/>
      <dgm:spPr/>
    </dgm:pt>
    <dgm:pt modelId="{0288A3A4-9FCB-4B80-95D7-92AD82908C31}" type="pres">
      <dgm:prSet presAssocID="{98214AE9-E9EE-40EC-B1F7-D484AA77A87E}" presName="hierChild5" presStyleCnt="0"/>
      <dgm:spPr/>
    </dgm:pt>
    <dgm:pt modelId="{CE166315-C2B8-4E62-B7DE-CF97021A6D60}" type="pres">
      <dgm:prSet presAssocID="{DAF70EEB-7113-45EE-A770-E54C04D1C4A9}" presName="hierChild5" presStyleCnt="0"/>
      <dgm:spPr/>
    </dgm:pt>
    <dgm:pt modelId="{B7EE0044-E333-4C78-B264-488C18F1D4EF}" type="pres">
      <dgm:prSet presAssocID="{723AEE82-CCA7-4C2A-8AAE-20B36CA46B42}" presName="Name37" presStyleLbl="parChTrans1D2" presStyleIdx="2" presStyleCnt="4"/>
      <dgm:spPr/>
    </dgm:pt>
    <dgm:pt modelId="{A99724A2-8818-4ACD-BBF4-365964078CD7}" type="pres">
      <dgm:prSet presAssocID="{8498CEB0-3494-4044-8A54-8F9B5B1D3A4C}" presName="hierRoot2" presStyleCnt="0">
        <dgm:presLayoutVars>
          <dgm:hierBranch val="init"/>
        </dgm:presLayoutVars>
      </dgm:prSet>
      <dgm:spPr/>
    </dgm:pt>
    <dgm:pt modelId="{8C546BB8-B93C-4CA5-B32C-2BB927A5B5AD}" type="pres">
      <dgm:prSet presAssocID="{8498CEB0-3494-4044-8A54-8F9B5B1D3A4C}" presName="rootComposite" presStyleCnt="0"/>
      <dgm:spPr/>
    </dgm:pt>
    <dgm:pt modelId="{B04029A8-0562-48B2-AE02-AF9195ECAEDE}" type="pres">
      <dgm:prSet presAssocID="{8498CEB0-3494-4044-8A54-8F9B5B1D3A4C}" presName="rootText" presStyleLbl="node2" presStyleIdx="2" presStyleCnt="4">
        <dgm:presLayoutVars>
          <dgm:chPref val="3"/>
        </dgm:presLayoutVars>
      </dgm:prSet>
      <dgm:spPr/>
    </dgm:pt>
    <dgm:pt modelId="{014A5388-334E-4A34-8BC0-F0ECA7DCC618}" type="pres">
      <dgm:prSet presAssocID="{8498CEB0-3494-4044-8A54-8F9B5B1D3A4C}" presName="rootConnector" presStyleLbl="node2" presStyleIdx="2" presStyleCnt="4"/>
      <dgm:spPr/>
    </dgm:pt>
    <dgm:pt modelId="{FDF399F8-67CC-433C-98D6-7E139FC0FAD4}" type="pres">
      <dgm:prSet presAssocID="{8498CEB0-3494-4044-8A54-8F9B5B1D3A4C}" presName="hierChild4" presStyleCnt="0"/>
      <dgm:spPr/>
    </dgm:pt>
    <dgm:pt modelId="{2000D27C-D909-47E9-9256-4A327ED8DA96}" type="pres">
      <dgm:prSet presAssocID="{8498CEB0-3494-4044-8A54-8F9B5B1D3A4C}" presName="hierChild5" presStyleCnt="0"/>
      <dgm:spPr/>
    </dgm:pt>
    <dgm:pt modelId="{1F54D015-D09E-4D71-922A-C29F7C37534B}" type="pres">
      <dgm:prSet presAssocID="{4E874405-990F-465E-A2FE-E581D08AC8BC}" presName="Name37" presStyleLbl="parChTrans1D2" presStyleIdx="3" presStyleCnt="4"/>
      <dgm:spPr/>
    </dgm:pt>
    <dgm:pt modelId="{7A02BB2D-5416-4CFB-B943-D1BDA19E8023}" type="pres">
      <dgm:prSet presAssocID="{66D991F9-1F4C-4D2D-BBFF-10F4839C33D6}" presName="hierRoot2" presStyleCnt="0">
        <dgm:presLayoutVars>
          <dgm:hierBranch val="init"/>
        </dgm:presLayoutVars>
      </dgm:prSet>
      <dgm:spPr/>
    </dgm:pt>
    <dgm:pt modelId="{40E2B7FB-4B60-4DD8-B5FA-4D2728C73844}" type="pres">
      <dgm:prSet presAssocID="{66D991F9-1F4C-4D2D-BBFF-10F4839C33D6}" presName="rootComposite" presStyleCnt="0"/>
      <dgm:spPr/>
    </dgm:pt>
    <dgm:pt modelId="{A822A96B-6977-4F12-A705-829ED024D3F5}" type="pres">
      <dgm:prSet presAssocID="{66D991F9-1F4C-4D2D-BBFF-10F4839C33D6}" presName="rootText" presStyleLbl="node2" presStyleIdx="3" presStyleCnt="4">
        <dgm:presLayoutVars>
          <dgm:chPref val="3"/>
        </dgm:presLayoutVars>
      </dgm:prSet>
      <dgm:spPr/>
    </dgm:pt>
    <dgm:pt modelId="{196DF329-2967-4F2F-8597-16E65E7AE4AA}" type="pres">
      <dgm:prSet presAssocID="{66D991F9-1F4C-4D2D-BBFF-10F4839C33D6}" presName="rootConnector" presStyleLbl="node2" presStyleIdx="3" presStyleCnt="4"/>
      <dgm:spPr/>
    </dgm:pt>
    <dgm:pt modelId="{6175FF50-243F-4D36-B716-CB89E6980769}" type="pres">
      <dgm:prSet presAssocID="{66D991F9-1F4C-4D2D-BBFF-10F4839C33D6}" presName="hierChild4" presStyleCnt="0"/>
      <dgm:spPr/>
    </dgm:pt>
    <dgm:pt modelId="{9273B8B2-0DA4-4CFA-A713-DD37DB4A40CC}" type="pres">
      <dgm:prSet presAssocID="{66D991F9-1F4C-4D2D-BBFF-10F4839C33D6}" presName="hierChild5" presStyleCnt="0"/>
      <dgm:spPr/>
    </dgm:pt>
    <dgm:pt modelId="{D1FFE2CA-A624-420F-B69C-BC1B9688A7AF}" type="pres">
      <dgm:prSet presAssocID="{8441FA4F-3C65-4CC9-B841-9B98A13C0AC0}" presName="hierChild3" presStyleCnt="0"/>
      <dgm:spPr/>
    </dgm:pt>
  </dgm:ptLst>
  <dgm:cxnLst>
    <dgm:cxn modelId="{DEF07707-5970-4536-89B6-143C2FD98319}" type="presOf" srcId="{8498CEB0-3494-4044-8A54-8F9B5B1D3A4C}" destId="{014A5388-334E-4A34-8BC0-F0ECA7DCC618}" srcOrd="1" destOrd="0" presId="urn:microsoft.com/office/officeart/2005/8/layout/orgChart1"/>
    <dgm:cxn modelId="{B3489E0B-5B90-4170-9B3B-2A657BCA2A87}" type="presOf" srcId="{723AEE82-CCA7-4C2A-8AAE-20B36CA46B42}" destId="{B7EE0044-E333-4C78-B264-488C18F1D4EF}" srcOrd="0" destOrd="0" presId="urn:microsoft.com/office/officeart/2005/8/layout/orgChart1"/>
    <dgm:cxn modelId="{29AC7721-D995-4FFE-9D2D-764DB8412A68}" type="presOf" srcId="{4E874405-990F-465E-A2FE-E581D08AC8BC}" destId="{1F54D015-D09E-4D71-922A-C29F7C37534B}" srcOrd="0" destOrd="0" presId="urn:microsoft.com/office/officeart/2005/8/layout/orgChart1"/>
    <dgm:cxn modelId="{97CB3422-F4F7-4C9F-9427-11B02F973BAD}" type="presOf" srcId="{66D991F9-1F4C-4D2D-BBFF-10F4839C33D6}" destId="{196DF329-2967-4F2F-8597-16E65E7AE4AA}" srcOrd="1" destOrd="0" presId="urn:microsoft.com/office/officeart/2005/8/layout/orgChart1"/>
    <dgm:cxn modelId="{06B91836-EF6A-40B3-89C7-F1E9FF4324C8}" type="presOf" srcId="{C134018F-1C37-400B-8D3F-CF98E800C815}" destId="{58B12502-4423-4645-933D-7CFE0B9BBEE8}" srcOrd="1" destOrd="0" presId="urn:microsoft.com/office/officeart/2005/8/layout/orgChart1"/>
    <dgm:cxn modelId="{0204D237-8B85-41E5-BBA2-CAF385B70724}" type="presOf" srcId="{2624EBB6-2B53-49D1-B348-2C7EEFDA3F0F}" destId="{C44EB686-97D5-44CB-89E6-23910AD8288A}" srcOrd="0" destOrd="0" presId="urn:microsoft.com/office/officeart/2005/8/layout/orgChart1"/>
    <dgm:cxn modelId="{8CACC83C-71C4-4E5F-A74F-7DE4125201A7}" srcId="{C134018F-1C37-400B-8D3F-CF98E800C815}" destId="{C717337A-49E5-4E85-ABBF-3AA5B0679EDE}" srcOrd="0" destOrd="0" parTransId="{7190BF51-39E0-4690-A6B1-0B221944DFF8}" sibTransId="{39DC6FB6-9C10-4895-A4BD-885D4EB8BE8C}"/>
    <dgm:cxn modelId="{8C51F23E-C62C-4DF7-8323-3624BFDA3BE0}" srcId="{8441FA4F-3C65-4CC9-B841-9B98A13C0AC0}" destId="{8498CEB0-3494-4044-8A54-8F9B5B1D3A4C}" srcOrd="2" destOrd="0" parTransId="{723AEE82-CCA7-4C2A-8AAE-20B36CA46B42}" sibTransId="{CA384484-5774-4A86-BD18-022BD6F731AE}"/>
    <dgm:cxn modelId="{495CF23F-7345-4835-B81C-E60B703952C6}" srcId="{8441FA4F-3C65-4CC9-B841-9B98A13C0AC0}" destId="{DAF70EEB-7113-45EE-A770-E54C04D1C4A9}" srcOrd="1" destOrd="0" parTransId="{985F12D9-83F2-4426-86D4-CB8EDCD19A00}" sibTransId="{4CC14ACD-CAFC-4A2C-91B8-EA169CAD902F}"/>
    <dgm:cxn modelId="{E60F115E-EFD3-4100-B10C-FC0C63F57333}" type="presOf" srcId="{8498CEB0-3494-4044-8A54-8F9B5B1D3A4C}" destId="{B04029A8-0562-48B2-AE02-AF9195ECAEDE}" srcOrd="0" destOrd="0" presId="urn:microsoft.com/office/officeart/2005/8/layout/orgChart1"/>
    <dgm:cxn modelId="{C5294F5E-933A-470A-88D8-A32B5C19B834}" type="presOf" srcId="{07956179-DA38-404B-9086-03AE8BF4C99A}" destId="{3FE5C849-56F6-4E44-AB44-942CCDC6D50C}" srcOrd="0" destOrd="0" presId="urn:microsoft.com/office/officeart/2005/8/layout/orgChart1"/>
    <dgm:cxn modelId="{D0F4206B-EACD-4B83-A2A7-6153736D3F64}" type="presOf" srcId="{98214AE9-E9EE-40EC-B1F7-D484AA77A87E}" destId="{FAC035B3-CC91-48E2-A2F0-5FA1ED37335D}" srcOrd="1" destOrd="0" presId="urn:microsoft.com/office/officeart/2005/8/layout/orgChart1"/>
    <dgm:cxn modelId="{BF2F184D-DCBD-4570-BB55-DC31D0E2EDA5}" type="presOf" srcId="{C717337A-49E5-4E85-ABBF-3AA5B0679EDE}" destId="{7A1DA320-CA15-4B5E-B105-4F325A6A180D}" srcOrd="1" destOrd="0" presId="urn:microsoft.com/office/officeart/2005/8/layout/orgChart1"/>
    <dgm:cxn modelId="{C99EBC4F-E471-4B3D-880D-54BCA4F28230}" type="presOf" srcId="{8DF0A7F6-C84E-499D-BDC5-2BCF2D873C1B}" destId="{BE8EDF4E-6142-4EE0-92AE-269B503574E7}" srcOrd="0" destOrd="0" presId="urn:microsoft.com/office/officeart/2005/8/layout/orgChart1"/>
    <dgm:cxn modelId="{57592A51-9236-49C0-A31D-C35D5CA2DFB0}" srcId="{DAF70EEB-7113-45EE-A770-E54C04D1C4A9}" destId="{98214AE9-E9EE-40EC-B1F7-D484AA77A87E}" srcOrd="1" destOrd="0" parTransId="{9683E7F4-5288-4C2D-90C6-2DD56DA15CE7}" sibTransId="{364B66B0-0C43-45A3-8EB6-70321CFA2341}"/>
    <dgm:cxn modelId="{BCDA8779-D2B7-4889-8B37-0D33B8D4E113}" type="presOf" srcId="{DAF70EEB-7113-45EE-A770-E54C04D1C4A9}" destId="{DCA8CF77-E132-4330-AE1F-717518047677}" srcOrd="0" destOrd="0" presId="urn:microsoft.com/office/officeart/2005/8/layout/orgChart1"/>
    <dgm:cxn modelId="{C1E1D281-5F40-4880-B3EF-C1416E65A446}" type="presOf" srcId="{8DF0A7F6-C84E-499D-BDC5-2BCF2D873C1B}" destId="{D93425F1-17DC-4F83-8547-934B76A7931B}" srcOrd="1" destOrd="0" presId="urn:microsoft.com/office/officeart/2005/8/layout/orgChart1"/>
    <dgm:cxn modelId="{C7001F99-46EE-481F-A7CC-6AF78B6F6F47}" type="presOf" srcId="{DAF70EEB-7113-45EE-A770-E54C04D1C4A9}" destId="{343A2255-2333-46B3-A419-BC684365F531}" srcOrd="1" destOrd="0" presId="urn:microsoft.com/office/officeart/2005/8/layout/orgChart1"/>
    <dgm:cxn modelId="{976BBF9C-72F3-4E2E-A10B-0D86994D72FD}" type="presOf" srcId="{66D991F9-1F4C-4D2D-BBFF-10F4839C33D6}" destId="{A822A96B-6977-4F12-A705-829ED024D3F5}" srcOrd="0" destOrd="0" presId="urn:microsoft.com/office/officeart/2005/8/layout/orgChart1"/>
    <dgm:cxn modelId="{6629EF9E-6BAE-4BEE-B839-41EDFD25032E}" type="presOf" srcId="{9683E7F4-5288-4C2D-90C6-2DD56DA15CE7}" destId="{054CEDAA-BFA3-432C-853E-0B281A642844}" srcOrd="0" destOrd="0" presId="urn:microsoft.com/office/officeart/2005/8/layout/orgChart1"/>
    <dgm:cxn modelId="{2A9913A4-EBCC-441F-A05F-B2ADAC74B323}" type="presOf" srcId="{8441FA4F-3C65-4CC9-B841-9B98A13C0AC0}" destId="{81F13715-E9EF-4F37-9235-A3BBD0A52293}" srcOrd="1" destOrd="0" presId="urn:microsoft.com/office/officeart/2005/8/layout/orgChart1"/>
    <dgm:cxn modelId="{213B04A9-C5C7-45B9-9C44-83AC51D3B5E4}" type="presOf" srcId="{985F12D9-83F2-4426-86D4-CB8EDCD19A00}" destId="{8B474171-89B6-44B7-8239-5A776A531FD8}" srcOrd="0" destOrd="0" presId="urn:microsoft.com/office/officeart/2005/8/layout/orgChart1"/>
    <dgm:cxn modelId="{B64B2EC1-F70F-4AF1-BF65-04BB7D36632C}" type="presOf" srcId="{07956179-DA38-404B-9086-03AE8BF4C99A}" destId="{B66363CA-7C80-4E76-92F0-7C39C5B1C258}" srcOrd="1" destOrd="0" presId="urn:microsoft.com/office/officeart/2005/8/layout/orgChart1"/>
    <dgm:cxn modelId="{FF5493C2-39BE-4370-8EF8-6D0C454A3199}" type="presOf" srcId="{556EA6BC-7DE7-498D-BEFC-6EFABFBA928A}" destId="{AEBD31FF-0C0B-4506-BBA0-F0404045B912}" srcOrd="0" destOrd="0" presId="urn:microsoft.com/office/officeart/2005/8/layout/orgChart1"/>
    <dgm:cxn modelId="{39097EC7-4FBA-4AB9-BC32-4B7B9E13B4B2}" type="presOf" srcId="{8441FA4F-3C65-4CC9-B841-9B98A13C0AC0}" destId="{86DFFFF8-80A6-4FA1-B8BE-5E99E548A70D}" srcOrd="0" destOrd="0" presId="urn:microsoft.com/office/officeart/2005/8/layout/orgChart1"/>
    <dgm:cxn modelId="{23F009CB-3931-4CEB-B5FE-55222D2F55C8}" srcId="{8441FA4F-3C65-4CC9-B841-9B98A13C0AC0}" destId="{66D991F9-1F4C-4D2D-BBFF-10F4839C33D6}" srcOrd="3" destOrd="0" parTransId="{4E874405-990F-465E-A2FE-E581D08AC8BC}" sibTransId="{7B5E1E4A-D9A8-4248-AD2D-9705A607424C}"/>
    <dgm:cxn modelId="{F6EB70DA-5F5E-4E29-83F0-DA7962EFB7FB}" srcId="{DAF70EEB-7113-45EE-A770-E54C04D1C4A9}" destId="{8DF0A7F6-C84E-499D-BDC5-2BCF2D873C1B}" srcOrd="0" destOrd="0" parTransId="{556EA6BC-7DE7-498D-BEFC-6EFABFBA928A}" sibTransId="{58E77E42-D21C-4BA0-ABFB-5CD2D03A0612}"/>
    <dgm:cxn modelId="{E14D7CDA-8990-421A-B6A7-BEB22EF89E3D}" srcId="{8441FA4F-3C65-4CC9-B841-9B98A13C0AC0}" destId="{C134018F-1C37-400B-8D3F-CF98E800C815}" srcOrd="0" destOrd="0" parTransId="{282FE27E-7DE4-440B-90FE-95F719667578}" sibTransId="{3383F689-7BE7-4358-BF77-1A59F6BF8476}"/>
    <dgm:cxn modelId="{306ACFEC-97E2-459F-BBDE-8B8A18F78EDC}" srcId="{C134018F-1C37-400B-8D3F-CF98E800C815}" destId="{07956179-DA38-404B-9086-03AE8BF4C99A}" srcOrd="1" destOrd="0" parTransId="{2624EBB6-2B53-49D1-B348-2C7EEFDA3F0F}" sibTransId="{E41BEC85-A20A-4C7F-98B7-4C49731A9459}"/>
    <dgm:cxn modelId="{620F5CEF-8BFF-4BD8-AF83-078844C97500}" type="presOf" srcId="{7190BF51-39E0-4690-A6B1-0B221944DFF8}" destId="{E8FB01AF-5FEB-46EA-8DB6-D127393E0461}" srcOrd="0" destOrd="0" presId="urn:microsoft.com/office/officeart/2005/8/layout/orgChart1"/>
    <dgm:cxn modelId="{50D8B0F4-6ECA-492F-B02D-6EF57F6AA032}" type="presOf" srcId="{282FE27E-7DE4-440B-90FE-95F719667578}" destId="{EBBB2094-D360-4E9E-A6ED-86EA85BFED52}" srcOrd="0" destOrd="0" presId="urn:microsoft.com/office/officeart/2005/8/layout/orgChart1"/>
    <dgm:cxn modelId="{DC2EA6F9-FF6D-43B9-A6E7-D3CF1D26B66D}" type="presOf" srcId="{98214AE9-E9EE-40EC-B1F7-D484AA77A87E}" destId="{8009D300-220B-416B-B59D-5BB10E332BF9}" srcOrd="0" destOrd="0" presId="urn:microsoft.com/office/officeart/2005/8/layout/orgChart1"/>
    <dgm:cxn modelId="{3F80E3F9-3ADE-4CBF-A8CC-FB0E0596E39A}" srcId="{3063D6D7-6E35-4670-AE29-E1CC96F64A3D}" destId="{8441FA4F-3C65-4CC9-B841-9B98A13C0AC0}" srcOrd="0" destOrd="0" parTransId="{1D6DEC3A-2BB9-403C-A080-BF6746610BF2}" sibTransId="{640F7A59-7334-4450-8AFC-62A78AEE02DF}"/>
    <dgm:cxn modelId="{E3484DFC-EA09-4613-9541-4196662A09DA}" type="presOf" srcId="{C717337A-49E5-4E85-ABBF-3AA5B0679EDE}" destId="{05BDCEF5-7877-409A-A6B2-F52A6AEA943D}" srcOrd="0" destOrd="0" presId="urn:microsoft.com/office/officeart/2005/8/layout/orgChart1"/>
    <dgm:cxn modelId="{25701EFD-49DD-467F-B27D-02D8DCCD1383}" type="presOf" srcId="{3063D6D7-6E35-4670-AE29-E1CC96F64A3D}" destId="{BC017D0E-F85B-4B28-9DF4-543AFE2E49D9}" srcOrd="0" destOrd="0" presId="urn:microsoft.com/office/officeart/2005/8/layout/orgChart1"/>
    <dgm:cxn modelId="{BAA4F5FD-8821-47A2-BF80-1673F8459026}" type="presOf" srcId="{C134018F-1C37-400B-8D3F-CF98E800C815}" destId="{AC194427-7FC0-4983-853A-F76611C24D02}" srcOrd="0" destOrd="0" presId="urn:microsoft.com/office/officeart/2005/8/layout/orgChart1"/>
    <dgm:cxn modelId="{D43278AD-E9B5-441A-A9CF-43EBDCFF7FA8}" type="presParOf" srcId="{BC017D0E-F85B-4B28-9DF4-543AFE2E49D9}" destId="{9B4611D2-742C-40F5-B173-19EED3A0EB68}" srcOrd="0" destOrd="0" presId="urn:microsoft.com/office/officeart/2005/8/layout/orgChart1"/>
    <dgm:cxn modelId="{A2349A37-901B-4F4D-95FC-29E53CBB4D86}" type="presParOf" srcId="{9B4611D2-742C-40F5-B173-19EED3A0EB68}" destId="{798D69BD-6F72-479A-94A6-C8A57D3FB11F}" srcOrd="0" destOrd="0" presId="urn:microsoft.com/office/officeart/2005/8/layout/orgChart1"/>
    <dgm:cxn modelId="{AF139396-CA14-4DF9-8F12-20B18C8CC4CE}" type="presParOf" srcId="{798D69BD-6F72-479A-94A6-C8A57D3FB11F}" destId="{86DFFFF8-80A6-4FA1-B8BE-5E99E548A70D}" srcOrd="0" destOrd="0" presId="urn:microsoft.com/office/officeart/2005/8/layout/orgChart1"/>
    <dgm:cxn modelId="{3D0263E9-4244-48EC-8EC6-28A0A6A7FDA3}" type="presParOf" srcId="{798D69BD-6F72-479A-94A6-C8A57D3FB11F}" destId="{81F13715-E9EF-4F37-9235-A3BBD0A52293}" srcOrd="1" destOrd="0" presId="urn:microsoft.com/office/officeart/2005/8/layout/orgChart1"/>
    <dgm:cxn modelId="{8C028A5C-446E-41E9-A596-760C55997061}" type="presParOf" srcId="{9B4611D2-742C-40F5-B173-19EED3A0EB68}" destId="{1A514CDD-6ED6-44AD-8D6C-7EE39663F983}" srcOrd="1" destOrd="0" presId="urn:microsoft.com/office/officeart/2005/8/layout/orgChart1"/>
    <dgm:cxn modelId="{1519FFB4-F8CB-40A9-BEB6-7B93AFB01155}" type="presParOf" srcId="{1A514CDD-6ED6-44AD-8D6C-7EE39663F983}" destId="{EBBB2094-D360-4E9E-A6ED-86EA85BFED52}" srcOrd="0" destOrd="0" presId="urn:microsoft.com/office/officeart/2005/8/layout/orgChart1"/>
    <dgm:cxn modelId="{7060AFC7-4A86-483E-AD71-3DCC2897D95B}" type="presParOf" srcId="{1A514CDD-6ED6-44AD-8D6C-7EE39663F983}" destId="{351884BB-E36D-4DE2-8F25-A071A67B01F1}" srcOrd="1" destOrd="0" presId="urn:microsoft.com/office/officeart/2005/8/layout/orgChart1"/>
    <dgm:cxn modelId="{D0C4E39D-7496-4BAB-B9FA-500C03FA052B}" type="presParOf" srcId="{351884BB-E36D-4DE2-8F25-A071A67B01F1}" destId="{AE1D7DA5-C95C-4AB4-BAEF-0648BC86FB1D}" srcOrd="0" destOrd="0" presId="urn:microsoft.com/office/officeart/2005/8/layout/orgChart1"/>
    <dgm:cxn modelId="{D285C9C5-A0FC-4EAC-A554-1E9588F7A0D8}" type="presParOf" srcId="{AE1D7DA5-C95C-4AB4-BAEF-0648BC86FB1D}" destId="{AC194427-7FC0-4983-853A-F76611C24D02}" srcOrd="0" destOrd="0" presId="urn:microsoft.com/office/officeart/2005/8/layout/orgChart1"/>
    <dgm:cxn modelId="{D23DE207-0FA6-4595-B3FB-C9886F446C32}" type="presParOf" srcId="{AE1D7DA5-C95C-4AB4-BAEF-0648BC86FB1D}" destId="{58B12502-4423-4645-933D-7CFE0B9BBEE8}" srcOrd="1" destOrd="0" presId="urn:microsoft.com/office/officeart/2005/8/layout/orgChart1"/>
    <dgm:cxn modelId="{A660DEFE-6E2A-48B2-8B10-5EFD76AF8633}" type="presParOf" srcId="{351884BB-E36D-4DE2-8F25-A071A67B01F1}" destId="{5AD150C9-E178-40D4-9729-A1BF0C1E9446}" srcOrd="1" destOrd="0" presId="urn:microsoft.com/office/officeart/2005/8/layout/orgChart1"/>
    <dgm:cxn modelId="{E8BC09DD-8EAB-4101-A194-1657BC3CA788}" type="presParOf" srcId="{5AD150C9-E178-40D4-9729-A1BF0C1E9446}" destId="{E8FB01AF-5FEB-46EA-8DB6-D127393E0461}" srcOrd="0" destOrd="0" presId="urn:microsoft.com/office/officeart/2005/8/layout/orgChart1"/>
    <dgm:cxn modelId="{1CE565F8-20CD-4128-A39F-55902CF8F654}" type="presParOf" srcId="{5AD150C9-E178-40D4-9729-A1BF0C1E9446}" destId="{262D06BF-8277-4B47-87C8-87B713902BB6}" srcOrd="1" destOrd="0" presId="urn:microsoft.com/office/officeart/2005/8/layout/orgChart1"/>
    <dgm:cxn modelId="{BBAE3E6A-F719-4673-BFA3-E3C00F0B3610}" type="presParOf" srcId="{262D06BF-8277-4B47-87C8-87B713902BB6}" destId="{FF77BE47-2332-4609-ACCE-325A0D5AA2F2}" srcOrd="0" destOrd="0" presId="urn:microsoft.com/office/officeart/2005/8/layout/orgChart1"/>
    <dgm:cxn modelId="{18727CCB-B33E-4D60-B5D7-CEB4EB0D34A4}" type="presParOf" srcId="{FF77BE47-2332-4609-ACCE-325A0D5AA2F2}" destId="{05BDCEF5-7877-409A-A6B2-F52A6AEA943D}" srcOrd="0" destOrd="0" presId="urn:microsoft.com/office/officeart/2005/8/layout/orgChart1"/>
    <dgm:cxn modelId="{59C1CC52-91BB-415D-8F5E-A17012A3C768}" type="presParOf" srcId="{FF77BE47-2332-4609-ACCE-325A0D5AA2F2}" destId="{7A1DA320-CA15-4B5E-B105-4F325A6A180D}" srcOrd="1" destOrd="0" presId="urn:microsoft.com/office/officeart/2005/8/layout/orgChart1"/>
    <dgm:cxn modelId="{27D2DDC4-C625-443A-B3EE-8CF8121752AE}" type="presParOf" srcId="{262D06BF-8277-4B47-87C8-87B713902BB6}" destId="{40259E2C-FD1C-4529-B0CC-0E2051959524}" srcOrd="1" destOrd="0" presId="urn:microsoft.com/office/officeart/2005/8/layout/orgChart1"/>
    <dgm:cxn modelId="{2F54AA07-B967-413A-BD13-5B40BB00936F}" type="presParOf" srcId="{262D06BF-8277-4B47-87C8-87B713902BB6}" destId="{DF892335-2D85-443D-8AEF-07F1DFF6EAD9}" srcOrd="2" destOrd="0" presId="urn:microsoft.com/office/officeart/2005/8/layout/orgChart1"/>
    <dgm:cxn modelId="{083BF2F4-E5B8-43E3-AA4B-B4D5A7166AC3}" type="presParOf" srcId="{5AD150C9-E178-40D4-9729-A1BF0C1E9446}" destId="{C44EB686-97D5-44CB-89E6-23910AD8288A}" srcOrd="2" destOrd="0" presId="urn:microsoft.com/office/officeart/2005/8/layout/orgChart1"/>
    <dgm:cxn modelId="{D730C04F-6EDE-4640-85BB-F81B1A71ECAD}" type="presParOf" srcId="{5AD150C9-E178-40D4-9729-A1BF0C1E9446}" destId="{EE6D311D-72AA-4F96-9890-7384E528F7FD}" srcOrd="3" destOrd="0" presId="urn:microsoft.com/office/officeart/2005/8/layout/orgChart1"/>
    <dgm:cxn modelId="{A908EA03-C86E-467E-84A4-61CF2B24A018}" type="presParOf" srcId="{EE6D311D-72AA-4F96-9890-7384E528F7FD}" destId="{332C972E-3F1A-4E76-B5BA-8D992C2C2E12}" srcOrd="0" destOrd="0" presId="urn:microsoft.com/office/officeart/2005/8/layout/orgChart1"/>
    <dgm:cxn modelId="{08DF5DBF-4528-4B28-BE49-ED6F75083868}" type="presParOf" srcId="{332C972E-3F1A-4E76-B5BA-8D992C2C2E12}" destId="{3FE5C849-56F6-4E44-AB44-942CCDC6D50C}" srcOrd="0" destOrd="0" presId="urn:microsoft.com/office/officeart/2005/8/layout/orgChart1"/>
    <dgm:cxn modelId="{3D89206C-3D92-46C1-AA1F-5967B7803C03}" type="presParOf" srcId="{332C972E-3F1A-4E76-B5BA-8D992C2C2E12}" destId="{B66363CA-7C80-4E76-92F0-7C39C5B1C258}" srcOrd="1" destOrd="0" presId="urn:microsoft.com/office/officeart/2005/8/layout/orgChart1"/>
    <dgm:cxn modelId="{B081CE4D-407F-4341-9997-3535E3FC30B4}" type="presParOf" srcId="{EE6D311D-72AA-4F96-9890-7384E528F7FD}" destId="{2FE0EB16-A8E4-4D6E-A9B1-74CC71756DEC}" srcOrd="1" destOrd="0" presId="urn:microsoft.com/office/officeart/2005/8/layout/orgChart1"/>
    <dgm:cxn modelId="{CEA55DCA-8C91-424B-9FF6-84E766AEFDAF}" type="presParOf" srcId="{EE6D311D-72AA-4F96-9890-7384E528F7FD}" destId="{BDD971C4-E092-4E89-97B5-DEA4F511B3F5}" srcOrd="2" destOrd="0" presId="urn:microsoft.com/office/officeart/2005/8/layout/orgChart1"/>
    <dgm:cxn modelId="{AE75D235-2DB8-4AAE-91D0-C784C9ED3767}" type="presParOf" srcId="{351884BB-E36D-4DE2-8F25-A071A67B01F1}" destId="{E882902C-F996-4E14-B1C5-F791D6D46094}" srcOrd="2" destOrd="0" presId="urn:microsoft.com/office/officeart/2005/8/layout/orgChart1"/>
    <dgm:cxn modelId="{BD928FD7-A427-479F-81B9-9DB5AB5CB155}" type="presParOf" srcId="{1A514CDD-6ED6-44AD-8D6C-7EE39663F983}" destId="{8B474171-89B6-44B7-8239-5A776A531FD8}" srcOrd="2" destOrd="0" presId="urn:microsoft.com/office/officeart/2005/8/layout/orgChart1"/>
    <dgm:cxn modelId="{EACCBAAD-1501-4E74-8E72-6C1E7D128B41}" type="presParOf" srcId="{1A514CDD-6ED6-44AD-8D6C-7EE39663F983}" destId="{120D1BD8-4536-4A59-8019-49E6AB9B30A2}" srcOrd="3" destOrd="0" presId="urn:microsoft.com/office/officeart/2005/8/layout/orgChart1"/>
    <dgm:cxn modelId="{82F49EA2-1883-4194-9E9A-05A92124C8E6}" type="presParOf" srcId="{120D1BD8-4536-4A59-8019-49E6AB9B30A2}" destId="{65569C10-159B-4AB3-8D69-B9136C2418B4}" srcOrd="0" destOrd="0" presId="urn:microsoft.com/office/officeart/2005/8/layout/orgChart1"/>
    <dgm:cxn modelId="{0F508749-0FFB-48C6-A522-8E2E04977742}" type="presParOf" srcId="{65569C10-159B-4AB3-8D69-B9136C2418B4}" destId="{DCA8CF77-E132-4330-AE1F-717518047677}" srcOrd="0" destOrd="0" presId="urn:microsoft.com/office/officeart/2005/8/layout/orgChart1"/>
    <dgm:cxn modelId="{199AD251-DD91-49DE-9410-0BAD335B4694}" type="presParOf" srcId="{65569C10-159B-4AB3-8D69-B9136C2418B4}" destId="{343A2255-2333-46B3-A419-BC684365F531}" srcOrd="1" destOrd="0" presId="urn:microsoft.com/office/officeart/2005/8/layout/orgChart1"/>
    <dgm:cxn modelId="{0CB5DE2F-D4E4-440E-92C8-DDB802470B5D}" type="presParOf" srcId="{120D1BD8-4536-4A59-8019-49E6AB9B30A2}" destId="{5E14A3B1-6386-4676-B210-79998C54664F}" srcOrd="1" destOrd="0" presId="urn:microsoft.com/office/officeart/2005/8/layout/orgChart1"/>
    <dgm:cxn modelId="{6A742B0D-537F-4D2F-861C-C633A45298F3}" type="presParOf" srcId="{5E14A3B1-6386-4676-B210-79998C54664F}" destId="{AEBD31FF-0C0B-4506-BBA0-F0404045B912}" srcOrd="0" destOrd="0" presId="urn:microsoft.com/office/officeart/2005/8/layout/orgChart1"/>
    <dgm:cxn modelId="{3B91491F-CE12-4DCF-912F-40B69855D5C7}" type="presParOf" srcId="{5E14A3B1-6386-4676-B210-79998C54664F}" destId="{0988CBEA-6552-4C32-A0D9-15191D162425}" srcOrd="1" destOrd="0" presId="urn:microsoft.com/office/officeart/2005/8/layout/orgChart1"/>
    <dgm:cxn modelId="{7470B51E-EF28-401B-B5D9-0A5FF87041E1}" type="presParOf" srcId="{0988CBEA-6552-4C32-A0D9-15191D162425}" destId="{35548EE9-FBC9-44F2-971E-E3F83246E66C}" srcOrd="0" destOrd="0" presId="urn:microsoft.com/office/officeart/2005/8/layout/orgChart1"/>
    <dgm:cxn modelId="{6DF1E46E-4C37-481C-8968-52A0D4E3BFF4}" type="presParOf" srcId="{35548EE9-FBC9-44F2-971E-E3F83246E66C}" destId="{BE8EDF4E-6142-4EE0-92AE-269B503574E7}" srcOrd="0" destOrd="0" presId="urn:microsoft.com/office/officeart/2005/8/layout/orgChart1"/>
    <dgm:cxn modelId="{E88C5069-565C-47AE-AB3B-BCDF83983CB5}" type="presParOf" srcId="{35548EE9-FBC9-44F2-971E-E3F83246E66C}" destId="{D93425F1-17DC-4F83-8547-934B76A7931B}" srcOrd="1" destOrd="0" presId="urn:microsoft.com/office/officeart/2005/8/layout/orgChart1"/>
    <dgm:cxn modelId="{8777323F-1B54-4AB2-A866-020E607520FB}" type="presParOf" srcId="{0988CBEA-6552-4C32-A0D9-15191D162425}" destId="{BA912D31-265E-45E3-8F3E-F01153553786}" srcOrd="1" destOrd="0" presId="urn:microsoft.com/office/officeart/2005/8/layout/orgChart1"/>
    <dgm:cxn modelId="{04820038-FAEE-425F-978F-1DF7C4295FA9}" type="presParOf" srcId="{0988CBEA-6552-4C32-A0D9-15191D162425}" destId="{6ADC0E19-BE52-4163-AD37-80616F1B14F0}" srcOrd="2" destOrd="0" presId="urn:microsoft.com/office/officeart/2005/8/layout/orgChart1"/>
    <dgm:cxn modelId="{37176802-CD94-42DB-A9FD-0062B65A2977}" type="presParOf" srcId="{5E14A3B1-6386-4676-B210-79998C54664F}" destId="{054CEDAA-BFA3-432C-853E-0B281A642844}" srcOrd="2" destOrd="0" presId="urn:microsoft.com/office/officeart/2005/8/layout/orgChart1"/>
    <dgm:cxn modelId="{74F92B7B-690A-4ECE-B6DB-F03AE7162C5E}" type="presParOf" srcId="{5E14A3B1-6386-4676-B210-79998C54664F}" destId="{DB38C891-11A9-473A-A8A2-11B1BA2B6332}" srcOrd="3" destOrd="0" presId="urn:microsoft.com/office/officeart/2005/8/layout/orgChart1"/>
    <dgm:cxn modelId="{AE6E3433-4D98-4ADD-AF86-346242FEF8AB}" type="presParOf" srcId="{DB38C891-11A9-473A-A8A2-11B1BA2B6332}" destId="{C0231EC7-EE0E-4102-BD81-BD74F46B3C89}" srcOrd="0" destOrd="0" presId="urn:microsoft.com/office/officeart/2005/8/layout/orgChart1"/>
    <dgm:cxn modelId="{7DA2936B-AC2D-42B9-B477-74FE654F9022}" type="presParOf" srcId="{C0231EC7-EE0E-4102-BD81-BD74F46B3C89}" destId="{8009D300-220B-416B-B59D-5BB10E332BF9}" srcOrd="0" destOrd="0" presId="urn:microsoft.com/office/officeart/2005/8/layout/orgChart1"/>
    <dgm:cxn modelId="{901F4A50-3CBC-456B-B741-953DC71B99C5}" type="presParOf" srcId="{C0231EC7-EE0E-4102-BD81-BD74F46B3C89}" destId="{FAC035B3-CC91-48E2-A2F0-5FA1ED37335D}" srcOrd="1" destOrd="0" presId="urn:microsoft.com/office/officeart/2005/8/layout/orgChart1"/>
    <dgm:cxn modelId="{5DB55FF6-1072-4CB7-AB7A-2736B1ECD129}" type="presParOf" srcId="{DB38C891-11A9-473A-A8A2-11B1BA2B6332}" destId="{3D7D02E7-88D9-4B2A-86EF-10FF578A1461}" srcOrd="1" destOrd="0" presId="urn:microsoft.com/office/officeart/2005/8/layout/orgChart1"/>
    <dgm:cxn modelId="{841A3B09-2752-409A-85C4-A777549FF150}" type="presParOf" srcId="{DB38C891-11A9-473A-A8A2-11B1BA2B6332}" destId="{0288A3A4-9FCB-4B80-95D7-92AD82908C31}" srcOrd="2" destOrd="0" presId="urn:microsoft.com/office/officeart/2005/8/layout/orgChart1"/>
    <dgm:cxn modelId="{7A21D236-9D64-4820-944E-2653FC92FF59}" type="presParOf" srcId="{120D1BD8-4536-4A59-8019-49E6AB9B30A2}" destId="{CE166315-C2B8-4E62-B7DE-CF97021A6D60}" srcOrd="2" destOrd="0" presId="urn:microsoft.com/office/officeart/2005/8/layout/orgChart1"/>
    <dgm:cxn modelId="{1B017C7F-8F41-44DF-A3C3-EF82F3F5A296}" type="presParOf" srcId="{1A514CDD-6ED6-44AD-8D6C-7EE39663F983}" destId="{B7EE0044-E333-4C78-B264-488C18F1D4EF}" srcOrd="4" destOrd="0" presId="urn:microsoft.com/office/officeart/2005/8/layout/orgChart1"/>
    <dgm:cxn modelId="{35AD3150-1377-4D8E-9B6B-471F953CA6F1}" type="presParOf" srcId="{1A514CDD-6ED6-44AD-8D6C-7EE39663F983}" destId="{A99724A2-8818-4ACD-BBF4-365964078CD7}" srcOrd="5" destOrd="0" presId="urn:microsoft.com/office/officeart/2005/8/layout/orgChart1"/>
    <dgm:cxn modelId="{3E4339FD-0379-46E5-85D5-A5882139EC64}" type="presParOf" srcId="{A99724A2-8818-4ACD-BBF4-365964078CD7}" destId="{8C546BB8-B93C-4CA5-B32C-2BB927A5B5AD}" srcOrd="0" destOrd="0" presId="urn:microsoft.com/office/officeart/2005/8/layout/orgChart1"/>
    <dgm:cxn modelId="{680411A5-3C87-416D-AB74-92C720C4F20B}" type="presParOf" srcId="{8C546BB8-B93C-4CA5-B32C-2BB927A5B5AD}" destId="{B04029A8-0562-48B2-AE02-AF9195ECAEDE}" srcOrd="0" destOrd="0" presId="urn:microsoft.com/office/officeart/2005/8/layout/orgChart1"/>
    <dgm:cxn modelId="{02BF16B0-A8AE-4EA0-90BB-9AFCA1757371}" type="presParOf" srcId="{8C546BB8-B93C-4CA5-B32C-2BB927A5B5AD}" destId="{014A5388-334E-4A34-8BC0-F0ECA7DCC618}" srcOrd="1" destOrd="0" presId="urn:microsoft.com/office/officeart/2005/8/layout/orgChart1"/>
    <dgm:cxn modelId="{4D57BCEF-34C5-4F86-99F3-40CD73926409}" type="presParOf" srcId="{A99724A2-8818-4ACD-BBF4-365964078CD7}" destId="{FDF399F8-67CC-433C-98D6-7E139FC0FAD4}" srcOrd="1" destOrd="0" presId="urn:microsoft.com/office/officeart/2005/8/layout/orgChart1"/>
    <dgm:cxn modelId="{5FC871C3-9BC9-43E0-935A-396F2DD166C8}" type="presParOf" srcId="{A99724A2-8818-4ACD-BBF4-365964078CD7}" destId="{2000D27C-D909-47E9-9256-4A327ED8DA96}" srcOrd="2" destOrd="0" presId="urn:microsoft.com/office/officeart/2005/8/layout/orgChart1"/>
    <dgm:cxn modelId="{D7029169-728C-42B5-AEF5-6A81922664C3}" type="presParOf" srcId="{1A514CDD-6ED6-44AD-8D6C-7EE39663F983}" destId="{1F54D015-D09E-4D71-922A-C29F7C37534B}" srcOrd="6" destOrd="0" presId="urn:microsoft.com/office/officeart/2005/8/layout/orgChart1"/>
    <dgm:cxn modelId="{5CC00DA4-87D5-47E6-AF2A-3EAEF4E7EC9B}" type="presParOf" srcId="{1A514CDD-6ED6-44AD-8D6C-7EE39663F983}" destId="{7A02BB2D-5416-4CFB-B943-D1BDA19E8023}" srcOrd="7" destOrd="0" presId="urn:microsoft.com/office/officeart/2005/8/layout/orgChart1"/>
    <dgm:cxn modelId="{6065DC52-8955-4C20-AF01-70C2218EDEA4}" type="presParOf" srcId="{7A02BB2D-5416-4CFB-B943-D1BDA19E8023}" destId="{40E2B7FB-4B60-4DD8-B5FA-4D2728C73844}" srcOrd="0" destOrd="0" presId="urn:microsoft.com/office/officeart/2005/8/layout/orgChart1"/>
    <dgm:cxn modelId="{4AAA10A8-90B4-4CB0-821D-F108F7E84BD8}" type="presParOf" srcId="{40E2B7FB-4B60-4DD8-B5FA-4D2728C73844}" destId="{A822A96B-6977-4F12-A705-829ED024D3F5}" srcOrd="0" destOrd="0" presId="urn:microsoft.com/office/officeart/2005/8/layout/orgChart1"/>
    <dgm:cxn modelId="{20FD5290-6373-4ED1-B109-A99CAF9B700C}" type="presParOf" srcId="{40E2B7FB-4B60-4DD8-B5FA-4D2728C73844}" destId="{196DF329-2967-4F2F-8597-16E65E7AE4AA}" srcOrd="1" destOrd="0" presId="urn:microsoft.com/office/officeart/2005/8/layout/orgChart1"/>
    <dgm:cxn modelId="{16906976-C49E-4319-9119-B8A582FF1A27}" type="presParOf" srcId="{7A02BB2D-5416-4CFB-B943-D1BDA19E8023}" destId="{6175FF50-243F-4D36-B716-CB89E6980769}" srcOrd="1" destOrd="0" presId="urn:microsoft.com/office/officeart/2005/8/layout/orgChart1"/>
    <dgm:cxn modelId="{BF9503A9-35C9-459B-8526-E9944D383B69}" type="presParOf" srcId="{7A02BB2D-5416-4CFB-B943-D1BDA19E8023}" destId="{9273B8B2-0DA4-4CFA-A713-DD37DB4A40CC}" srcOrd="2" destOrd="0" presId="urn:microsoft.com/office/officeart/2005/8/layout/orgChart1"/>
    <dgm:cxn modelId="{BCC0EBAF-D5F0-4B02-957D-33F9B44D5379}" type="presParOf" srcId="{9B4611D2-742C-40F5-B173-19EED3A0EB68}" destId="{D1FFE2CA-A624-420F-B69C-BC1B9688A7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7CD03-2818-467F-B409-30C4FF8A851C}">
      <dsp:nvSpPr>
        <dsp:cNvPr id="0" name=""/>
        <dsp:cNvSpPr/>
      </dsp:nvSpPr>
      <dsp:spPr>
        <a:xfrm>
          <a:off x="7077739" y="4630636"/>
          <a:ext cx="361720" cy="2821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1418"/>
              </a:lnTo>
              <a:lnTo>
                <a:pt x="361720" y="28214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107248-90BD-4B60-A69B-F3B65C502586}">
      <dsp:nvSpPr>
        <dsp:cNvPr id="0" name=""/>
        <dsp:cNvSpPr/>
      </dsp:nvSpPr>
      <dsp:spPr>
        <a:xfrm>
          <a:off x="7077739" y="4630636"/>
          <a:ext cx="361720" cy="1109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9275"/>
              </a:lnTo>
              <a:lnTo>
                <a:pt x="361720" y="11092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234869-97F8-4BF7-A3F4-F63DD004E89A}">
      <dsp:nvSpPr>
        <dsp:cNvPr id="0" name=""/>
        <dsp:cNvSpPr/>
      </dsp:nvSpPr>
      <dsp:spPr>
        <a:xfrm>
          <a:off x="6583388" y="2918493"/>
          <a:ext cx="1458938" cy="506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204"/>
              </a:lnTo>
              <a:lnTo>
                <a:pt x="1458938" y="253204"/>
              </a:lnTo>
              <a:lnTo>
                <a:pt x="1458938" y="5064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AD69DF-F147-442F-A572-20344262716E}">
      <dsp:nvSpPr>
        <dsp:cNvPr id="0" name=""/>
        <dsp:cNvSpPr/>
      </dsp:nvSpPr>
      <dsp:spPr>
        <a:xfrm>
          <a:off x="4159862" y="4630636"/>
          <a:ext cx="361720" cy="2821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1418"/>
              </a:lnTo>
              <a:lnTo>
                <a:pt x="361720" y="28214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056A08-E0FA-4B54-9A38-57FBDCF81A83}">
      <dsp:nvSpPr>
        <dsp:cNvPr id="0" name=""/>
        <dsp:cNvSpPr/>
      </dsp:nvSpPr>
      <dsp:spPr>
        <a:xfrm>
          <a:off x="4159862" y="4630636"/>
          <a:ext cx="361720" cy="1109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9275"/>
              </a:lnTo>
              <a:lnTo>
                <a:pt x="361720" y="11092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B94A77-02DA-4116-8803-DB751ED2018C}">
      <dsp:nvSpPr>
        <dsp:cNvPr id="0" name=""/>
        <dsp:cNvSpPr/>
      </dsp:nvSpPr>
      <dsp:spPr>
        <a:xfrm>
          <a:off x="5124450" y="2918493"/>
          <a:ext cx="1458938" cy="506408"/>
        </a:xfrm>
        <a:custGeom>
          <a:avLst/>
          <a:gdLst/>
          <a:ahLst/>
          <a:cxnLst/>
          <a:rect l="0" t="0" r="0" b="0"/>
          <a:pathLst>
            <a:path>
              <a:moveTo>
                <a:pt x="1458938" y="0"/>
              </a:moveTo>
              <a:lnTo>
                <a:pt x="1458938" y="253204"/>
              </a:lnTo>
              <a:lnTo>
                <a:pt x="0" y="253204"/>
              </a:lnTo>
              <a:lnTo>
                <a:pt x="0" y="5064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A5D7EA-4FAD-431A-8A79-1859A45BCD86}">
      <dsp:nvSpPr>
        <dsp:cNvPr id="0" name=""/>
        <dsp:cNvSpPr/>
      </dsp:nvSpPr>
      <dsp:spPr>
        <a:xfrm>
          <a:off x="4093546" y="1206350"/>
          <a:ext cx="2489841" cy="5064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3204"/>
              </a:lnTo>
              <a:lnTo>
                <a:pt x="2489841" y="253204"/>
              </a:lnTo>
              <a:lnTo>
                <a:pt x="2489841" y="5064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917846-425D-4D98-9799-47D540F33834}">
      <dsp:nvSpPr>
        <dsp:cNvPr id="0" name=""/>
        <dsp:cNvSpPr/>
      </dsp:nvSpPr>
      <dsp:spPr>
        <a:xfrm>
          <a:off x="639117" y="2918493"/>
          <a:ext cx="361720" cy="2821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21418"/>
              </a:lnTo>
              <a:lnTo>
                <a:pt x="361720" y="282141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61A95-CFB7-4FF0-B2E0-F52F34084DB5}">
      <dsp:nvSpPr>
        <dsp:cNvPr id="0" name=""/>
        <dsp:cNvSpPr/>
      </dsp:nvSpPr>
      <dsp:spPr>
        <a:xfrm>
          <a:off x="639117" y="2918493"/>
          <a:ext cx="361720" cy="11092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09275"/>
              </a:lnTo>
              <a:lnTo>
                <a:pt x="361720" y="11092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003241-9D11-49A5-85F8-E6CD5E448406}">
      <dsp:nvSpPr>
        <dsp:cNvPr id="0" name=""/>
        <dsp:cNvSpPr/>
      </dsp:nvSpPr>
      <dsp:spPr>
        <a:xfrm>
          <a:off x="1603705" y="1206350"/>
          <a:ext cx="2489841" cy="506408"/>
        </a:xfrm>
        <a:custGeom>
          <a:avLst/>
          <a:gdLst/>
          <a:ahLst/>
          <a:cxnLst/>
          <a:rect l="0" t="0" r="0" b="0"/>
          <a:pathLst>
            <a:path>
              <a:moveTo>
                <a:pt x="2489841" y="0"/>
              </a:moveTo>
              <a:lnTo>
                <a:pt x="2489841" y="253204"/>
              </a:lnTo>
              <a:lnTo>
                <a:pt x="0" y="253204"/>
              </a:lnTo>
              <a:lnTo>
                <a:pt x="0" y="5064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2AA954-0BEB-4597-9FB7-C0F735376D3E}">
      <dsp:nvSpPr>
        <dsp:cNvPr id="0" name=""/>
        <dsp:cNvSpPr/>
      </dsp:nvSpPr>
      <dsp:spPr>
        <a:xfrm>
          <a:off x="2887812" y="616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</a:t>
          </a:r>
        </a:p>
      </dsp:txBody>
      <dsp:txXfrm>
        <a:off x="2887812" y="616"/>
        <a:ext cx="2411469" cy="1205734"/>
      </dsp:txXfrm>
    </dsp:sp>
    <dsp:sp modelId="{30967574-2149-4001-93ED-074AD3921AF6}">
      <dsp:nvSpPr>
        <dsp:cNvPr id="0" name=""/>
        <dsp:cNvSpPr/>
      </dsp:nvSpPr>
      <dsp:spPr>
        <a:xfrm>
          <a:off x="397970" y="1712759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Format</a:t>
          </a:r>
        </a:p>
      </dsp:txBody>
      <dsp:txXfrm>
        <a:off x="397970" y="1712759"/>
        <a:ext cx="2411469" cy="1205734"/>
      </dsp:txXfrm>
    </dsp:sp>
    <dsp:sp modelId="{00ED88E2-D3D1-4EC0-AD7D-0519BCCA3228}">
      <dsp:nvSpPr>
        <dsp:cNvPr id="0" name=""/>
        <dsp:cNvSpPr/>
      </dsp:nvSpPr>
      <dsp:spPr>
        <a:xfrm>
          <a:off x="1000837" y="3424902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Structured Data</a:t>
          </a:r>
        </a:p>
      </dsp:txBody>
      <dsp:txXfrm>
        <a:off x="1000837" y="3424902"/>
        <a:ext cx="2411469" cy="1205734"/>
      </dsp:txXfrm>
    </dsp:sp>
    <dsp:sp modelId="{8A98DBB0-A38E-4D03-8DA6-7CD8A7374B20}">
      <dsp:nvSpPr>
        <dsp:cNvPr id="0" name=""/>
        <dsp:cNvSpPr/>
      </dsp:nvSpPr>
      <dsp:spPr>
        <a:xfrm>
          <a:off x="1000837" y="5137045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Unstructured Data</a:t>
          </a:r>
        </a:p>
      </dsp:txBody>
      <dsp:txXfrm>
        <a:off x="1000837" y="5137045"/>
        <a:ext cx="2411469" cy="1205734"/>
      </dsp:txXfrm>
    </dsp:sp>
    <dsp:sp modelId="{30F431E9-6320-45A1-B8CE-D13D4C4ADEE7}">
      <dsp:nvSpPr>
        <dsp:cNvPr id="0" name=""/>
        <dsp:cNvSpPr/>
      </dsp:nvSpPr>
      <dsp:spPr>
        <a:xfrm>
          <a:off x="5377654" y="1712759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Statistical</a:t>
          </a:r>
        </a:p>
      </dsp:txBody>
      <dsp:txXfrm>
        <a:off x="5377654" y="1712759"/>
        <a:ext cx="2411469" cy="1205734"/>
      </dsp:txXfrm>
    </dsp:sp>
    <dsp:sp modelId="{B9B1E172-8BC8-4D61-A53C-CF7126AAE332}">
      <dsp:nvSpPr>
        <dsp:cNvPr id="0" name=""/>
        <dsp:cNvSpPr/>
      </dsp:nvSpPr>
      <dsp:spPr>
        <a:xfrm>
          <a:off x="3918715" y="3424902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Numerical (Quantitative)</a:t>
          </a:r>
        </a:p>
      </dsp:txBody>
      <dsp:txXfrm>
        <a:off x="3918715" y="3424902"/>
        <a:ext cx="2411469" cy="1205734"/>
      </dsp:txXfrm>
    </dsp:sp>
    <dsp:sp modelId="{71A7FBCC-4FF1-4418-BD9F-7D090F793F97}">
      <dsp:nvSpPr>
        <dsp:cNvPr id="0" name=""/>
        <dsp:cNvSpPr/>
      </dsp:nvSpPr>
      <dsp:spPr>
        <a:xfrm>
          <a:off x="4521582" y="5137045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Continuous</a:t>
          </a:r>
        </a:p>
      </dsp:txBody>
      <dsp:txXfrm>
        <a:off x="4521582" y="5137045"/>
        <a:ext cx="2411469" cy="1205734"/>
      </dsp:txXfrm>
    </dsp:sp>
    <dsp:sp modelId="{B9668054-1FDD-4ABE-92E1-61FABDCCA38F}">
      <dsp:nvSpPr>
        <dsp:cNvPr id="0" name=""/>
        <dsp:cNvSpPr/>
      </dsp:nvSpPr>
      <dsp:spPr>
        <a:xfrm>
          <a:off x="4521582" y="6849188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Discrete</a:t>
          </a:r>
        </a:p>
      </dsp:txBody>
      <dsp:txXfrm>
        <a:off x="4521582" y="6849188"/>
        <a:ext cx="2411469" cy="1205734"/>
      </dsp:txXfrm>
    </dsp:sp>
    <dsp:sp modelId="{F4C2A9E3-26DE-45F1-8033-415D1078BFD5}">
      <dsp:nvSpPr>
        <dsp:cNvPr id="0" name=""/>
        <dsp:cNvSpPr/>
      </dsp:nvSpPr>
      <dsp:spPr>
        <a:xfrm>
          <a:off x="6836593" y="3424902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Categorical (Qualitative)</a:t>
          </a:r>
        </a:p>
      </dsp:txBody>
      <dsp:txXfrm>
        <a:off x="6836593" y="3424902"/>
        <a:ext cx="2411469" cy="1205734"/>
      </dsp:txXfrm>
    </dsp:sp>
    <dsp:sp modelId="{281AA46E-567E-422C-AAD4-8C7630CCC3E0}">
      <dsp:nvSpPr>
        <dsp:cNvPr id="0" name=""/>
        <dsp:cNvSpPr/>
      </dsp:nvSpPr>
      <dsp:spPr>
        <a:xfrm>
          <a:off x="7439460" y="5137045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Nominal</a:t>
          </a:r>
        </a:p>
      </dsp:txBody>
      <dsp:txXfrm>
        <a:off x="7439460" y="5137045"/>
        <a:ext cx="2411469" cy="1205734"/>
      </dsp:txXfrm>
    </dsp:sp>
    <dsp:sp modelId="{E4A20C24-D20C-4801-8B61-12A51F291804}">
      <dsp:nvSpPr>
        <dsp:cNvPr id="0" name=""/>
        <dsp:cNvSpPr/>
      </dsp:nvSpPr>
      <dsp:spPr>
        <a:xfrm>
          <a:off x="7439460" y="6849188"/>
          <a:ext cx="2411469" cy="1205734"/>
        </a:xfrm>
        <a:prstGeom prst="rect">
          <a:avLst/>
        </a:prstGeom>
        <a:solidFill>
          <a:srgbClr val="2C9AE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Ordinal</a:t>
          </a:r>
        </a:p>
      </dsp:txBody>
      <dsp:txXfrm>
        <a:off x="7439460" y="6849188"/>
        <a:ext cx="2411469" cy="1205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8FDAD7-8CA4-4A3E-92A5-B93FD92E1866}">
      <dsp:nvSpPr>
        <dsp:cNvPr id="0" name=""/>
        <dsp:cNvSpPr/>
      </dsp:nvSpPr>
      <dsp:spPr>
        <a:xfrm>
          <a:off x="6931086" y="2737766"/>
          <a:ext cx="5428469" cy="6280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043"/>
              </a:lnTo>
              <a:lnTo>
                <a:pt x="5428469" y="314043"/>
              </a:lnTo>
              <a:lnTo>
                <a:pt x="5428469" y="6280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FECF63-796A-458A-A06F-77D067EE222E}">
      <dsp:nvSpPr>
        <dsp:cNvPr id="0" name=""/>
        <dsp:cNvSpPr/>
      </dsp:nvSpPr>
      <dsp:spPr>
        <a:xfrm>
          <a:off x="6931086" y="2737766"/>
          <a:ext cx="1809489" cy="6280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4043"/>
              </a:lnTo>
              <a:lnTo>
                <a:pt x="1809489" y="314043"/>
              </a:lnTo>
              <a:lnTo>
                <a:pt x="1809489" y="6280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749CA8-8A91-4AC3-B2CC-AB9AD290D4DB}">
      <dsp:nvSpPr>
        <dsp:cNvPr id="0" name=""/>
        <dsp:cNvSpPr/>
      </dsp:nvSpPr>
      <dsp:spPr>
        <a:xfrm>
          <a:off x="5121596" y="2737766"/>
          <a:ext cx="1809489" cy="628087"/>
        </a:xfrm>
        <a:custGeom>
          <a:avLst/>
          <a:gdLst/>
          <a:ahLst/>
          <a:cxnLst/>
          <a:rect l="0" t="0" r="0" b="0"/>
          <a:pathLst>
            <a:path>
              <a:moveTo>
                <a:pt x="1809489" y="0"/>
              </a:moveTo>
              <a:lnTo>
                <a:pt x="1809489" y="314043"/>
              </a:lnTo>
              <a:lnTo>
                <a:pt x="0" y="314043"/>
              </a:lnTo>
              <a:lnTo>
                <a:pt x="0" y="6280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636DC6-6F26-4D05-B110-A36BC2EA119A}">
      <dsp:nvSpPr>
        <dsp:cNvPr id="0" name=""/>
        <dsp:cNvSpPr/>
      </dsp:nvSpPr>
      <dsp:spPr>
        <a:xfrm>
          <a:off x="1502616" y="2737766"/>
          <a:ext cx="5428469" cy="628087"/>
        </a:xfrm>
        <a:custGeom>
          <a:avLst/>
          <a:gdLst/>
          <a:ahLst/>
          <a:cxnLst/>
          <a:rect l="0" t="0" r="0" b="0"/>
          <a:pathLst>
            <a:path>
              <a:moveTo>
                <a:pt x="5428469" y="0"/>
              </a:moveTo>
              <a:lnTo>
                <a:pt x="5428469" y="314043"/>
              </a:lnTo>
              <a:lnTo>
                <a:pt x="0" y="314043"/>
              </a:lnTo>
              <a:lnTo>
                <a:pt x="0" y="62808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F61F2F-5363-44C1-8442-06BFCC8959D9}">
      <dsp:nvSpPr>
        <dsp:cNvPr id="0" name=""/>
        <dsp:cNvSpPr/>
      </dsp:nvSpPr>
      <dsp:spPr>
        <a:xfrm>
          <a:off x="5435640" y="1242320"/>
          <a:ext cx="2990892" cy="1495446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Learning Paradigms</a:t>
          </a:r>
        </a:p>
      </dsp:txBody>
      <dsp:txXfrm>
        <a:off x="5435640" y="1242320"/>
        <a:ext cx="2990892" cy="1495446"/>
      </dsp:txXfrm>
    </dsp:sp>
    <dsp:sp modelId="{A15BCA3A-8221-49F9-9CCE-9417045139A5}">
      <dsp:nvSpPr>
        <dsp:cNvPr id="0" name=""/>
        <dsp:cNvSpPr/>
      </dsp:nvSpPr>
      <dsp:spPr>
        <a:xfrm>
          <a:off x="7170" y="3365854"/>
          <a:ext cx="2990892" cy="1495446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Supervised Learning</a:t>
          </a:r>
        </a:p>
      </dsp:txBody>
      <dsp:txXfrm>
        <a:off x="7170" y="3365854"/>
        <a:ext cx="2990892" cy="1495446"/>
      </dsp:txXfrm>
    </dsp:sp>
    <dsp:sp modelId="{B4B3CBAD-9D64-436C-A1E0-F50CB829DA8C}">
      <dsp:nvSpPr>
        <dsp:cNvPr id="0" name=""/>
        <dsp:cNvSpPr/>
      </dsp:nvSpPr>
      <dsp:spPr>
        <a:xfrm>
          <a:off x="3626150" y="3365854"/>
          <a:ext cx="2990892" cy="1495446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Unsupervised Learning</a:t>
          </a:r>
        </a:p>
      </dsp:txBody>
      <dsp:txXfrm>
        <a:off x="3626150" y="3365854"/>
        <a:ext cx="2990892" cy="1495446"/>
      </dsp:txXfrm>
    </dsp:sp>
    <dsp:sp modelId="{5A73813E-5BBA-4A95-9FDB-97C116CFC308}">
      <dsp:nvSpPr>
        <dsp:cNvPr id="0" name=""/>
        <dsp:cNvSpPr/>
      </dsp:nvSpPr>
      <dsp:spPr>
        <a:xfrm>
          <a:off x="7245130" y="3365854"/>
          <a:ext cx="2990892" cy="1495446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Semi-Supervised Learning</a:t>
          </a:r>
        </a:p>
      </dsp:txBody>
      <dsp:txXfrm>
        <a:off x="7245130" y="3365854"/>
        <a:ext cx="2990892" cy="1495446"/>
      </dsp:txXfrm>
    </dsp:sp>
    <dsp:sp modelId="{C5CE38CF-B2E4-4EA8-B3B0-7A70E8ADAE17}">
      <dsp:nvSpPr>
        <dsp:cNvPr id="0" name=""/>
        <dsp:cNvSpPr/>
      </dsp:nvSpPr>
      <dsp:spPr>
        <a:xfrm>
          <a:off x="10864110" y="3365854"/>
          <a:ext cx="2990892" cy="1495446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Reinforcement Learning (RL)</a:t>
          </a:r>
        </a:p>
      </dsp:txBody>
      <dsp:txXfrm>
        <a:off x="10864110" y="3365854"/>
        <a:ext cx="2990892" cy="1495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54D015-D09E-4D71-922A-C29F7C37534B}">
      <dsp:nvSpPr>
        <dsp:cNvPr id="0" name=""/>
        <dsp:cNvSpPr/>
      </dsp:nvSpPr>
      <dsp:spPr>
        <a:xfrm>
          <a:off x="6931086" y="1162429"/>
          <a:ext cx="4207639" cy="486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417"/>
              </a:lnTo>
              <a:lnTo>
                <a:pt x="4207639" y="243417"/>
              </a:lnTo>
              <a:lnTo>
                <a:pt x="4207639" y="4868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EE0044-E333-4C78-B264-488C18F1D4EF}">
      <dsp:nvSpPr>
        <dsp:cNvPr id="0" name=""/>
        <dsp:cNvSpPr/>
      </dsp:nvSpPr>
      <dsp:spPr>
        <a:xfrm>
          <a:off x="6931086" y="1162429"/>
          <a:ext cx="1402546" cy="4868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3417"/>
              </a:lnTo>
              <a:lnTo>
                <a:pt x="1402546" y="243417"/>
              </a:lnTo>
              <a:lnTo>
                <a:pt x="1402546" y="4868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CEDAA-BFA3-432C-853E-0B281A642844}">
      <dsp:nvSpPr>
        <dsp:cNvPr id="0" name=""/>
        <dsp:cNvSpPr/>
      </dsp:nvSpPr>
      <dsp:spPr>
        <a:xfrm>
          <a:off x="4601236" y="2808393"/>
          <a:ext cx="347738" cy="2712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2362"/>
              </a:lnTo>
              <a:lnTo>
                <a:pt x="347738" y="27123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BD31FF-0C0B-4506-BBA0-F0404045B912}">
      <dsp:nvSpPr>
        <dsp:cNvPr id="0" name=""/>
        <dsp:cNvSpPr/>
      </dsp:nvSpPr>
      <dsp:spPr>
        <a:xfrm>
          <a:off x="4601236" y="2808393"/>
          <a:ext cx="347738" cy="1066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6399"/>
              </a:lnTo>
              <a:lnTo>
                <a:pt x="347738" y="10663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474171-89B6-44B7-8239-5A776A531FD8}">
      <dsp:nvSpPr>
        <dsp:cNvPr id="0" name=""/>
        <dsp:cNvSpPr/>
      </dsp:nvSpPr>
      <dsp:spPr>
        <a:xfrm>
          <a:off x="5528539" y="1162429"/>
          <a:ext cx="1402546" cy="486834"/>
        </a:xfrm>
        <a:custGeom>
          <a:avLst/>
          <a:gdLst/>
          <a:ahLst/>
          <a:cxnLst/>
          <a:rect l="0" t="0" r="0" b="0"/>
          <a:pathLst>
            <a:path>
              <a:moveTo>
                <a:pt x="1402546" y="0"/>
              </a:moveTo>
              <a:lnTo>
                <a:pt x="1402546" y="243417"/>
              </a:lnTo>
              <a:lnTo>
                <a:pt x="0" y="243417"/>
              </a:lnTo>
              <a:lnTo>
                <a:pt x="0" y="4868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4EB686-97D5-44CB-89E6-23910AD8288A}">
      <dsp:nvSpPr>
        <dsp:cNvPr id="0" name=""/>
        <dsp:cNvSpPr/>
      </dsp:nvSpPr>
      <dsp:spPr>
        <a:xfrm>
          <a:off x="1796143" y="2808393"/>
          <a:ext cx="347738" cy="27123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2362"/>
              </a:lnTo>
              <a:lnTo>
                <a:pt x="347738" y="27123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FB01AF-5FEB-46EA-8DB6-D127393E0461}">
      <dsp:nvSpPr>
        <dsp:cNvPr id="0" name=""/>
        <dsp:cNvSpPr/>
      </dsp:nvSpPr>
      <dsp:spPr>
        <a:xfrm>
          <a:off x="1796143" y="2808393"/>
          <a:ext cx="347738" cy="10663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66399"/>
              </a:lnTo>
              <a:lnTo>
                <a:pt x="347738" y="106639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BB2094-D360-4E9E-A6ED-86EA85BFED52}">
      <dsp:nvSpPr>
        <dsp:cNvPr id="0" name=""/>
        <dsp:cNvSpPr/>
      </dsp:nvSpPr>
      <dsp:spPr>
        <a:xfrm>
          <a:off x="2723446" y="1162429"/>
          <a:ext cx="4207639" cy="486834"/>
        </a:xfrm>
        <a:custGeom>
          <a:avLst/>
          <a:gdLst/>
          <a:ahLst/>
          <a:cxnLst/>
          <a:rect l="0" t="0" r="0" b="0"/>
          <a:pathLst>
            <a:path>
              <a:moveTo>
                <a:pt x="4207639" y="0"/>
              </a:moveTo>
              <a:lnTo>
                <a:pt x="4207639" y="243417"/>
              </a:lnTo>
              <a:lnTo>
                <a:pt x="0" y="243417"/>
              </a:lnTo>
              <a:lnTo>
                <a:pt x="0" y="48683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DFFFF8-80A6-4FA1-B8BE-5E99E548A70D}">
      <dsp:nvSpPr>
        <dsp:cNvPr id="0" name=""/>
        <dsp:cNvSpPr/>
      </dsp:nvSpPr>
      <dsp:spPr>
        <a:xfrm>
          <a:off x="5771957" y="3300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Learning Paradigms</a:t>
          </a:r>
        </a:p>
      </dsp:txBody>
      <dsp:txXfrm>
        <a:off x="5771957" y="3300"/>
        <a:ext cx="2318258" cy="1159129"/>
      </dsp:txXfrm>
    </dsp:sp>
    <dsp:sp modelId="{AC194427-7FC0-4983-853A-F76611C24D02}">
      <dsp:nvSpPr>
        <dsp:cNvPr id="0" name=""/>
        <dsp:cNvSpPr/>
      </dsp:nvSpPr>
      <dsp:spPr>
        <a:xfrm>
          <a:off x="1564317" y="1649263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Supervised Learning</a:t>
          </a:r>
        </a:p>
      </dsp:txBody>
      <dsp:txXfrm>
        <a:off x="1564317" y="1649263"/>
        <a:ext cx="2318258" cy="1159129"/>
      </dsp:txXfrm>
    </dsp:sp>
    <dsp:sp modelId="{05BDCEF5-7877-409A-A6B2-F52A6AEA943D}">
      <dsp:nvSpPr>
        <dsp:cNvPr id="0" name=""/>
        <dsp:cNvSpPr/>
      </dsp:nvSpPr>
      <dsp:spPr>
        <a:xfrm>
          <a:off x="2143881" y="3295227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Classification</a:t>
          </a:r>
        </a:p>
      </dsp:txBody>
      <dsp:txXfrm>
        <a:off x="2143881" y="3295227"/>
        <a:ext cx="2318258" cy="1159129"/>
      </dsp:txXfrm>
    </dsp:sp>
    <dsp:sp modelId="{3FE5C849-56F6-4E44-AB44-942CCDC6D50C}">
      <dsp:nvSpPr>
        <dsp:cNvPr id="0" name=""/>
        <dsp:cNvSpPr/>
      </dsp:nvSpPr>
      <dsp:spPr>
        <a:xfrm>
          <a:off x="2143881" y="4941191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Regression</a:t>
          </a:r>
        </a:p>
      </dsp:txBody>
      <dsp:txXfrm>
        <a:off x="2143881" y="4941191"/>
        <a:ext cx="2318258" cy="1159129"/>
      </dsp:txXfrm>
    </dsp:sp>
    <dsp:sp modelId="{DCA8CF77-E132-4330-AE1F-717518047677}">
      <dsp:nvSpPr>
        <dsp:cNvPr id="0" name=""/>
        <dsp:cNvSpPr/>
      </dsp:nvSpPr>
      <dsp:spPr>
        <a:xfrm>
          <a:off x="4369410" y="1649263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Unsupervised Learning</a:t>
          </a:r>
        </a:p>
      </dsp:txBody>
      <dsp:txXfrm>
        <a:off x="4369410" y="1649263"/>
        <a:ext cx="2318258" cy="1159129"/>
      </dsp:txXfrm>
    </dsp:sp>
    <dsp:sp modelId="{BE8EDF4E-6142-4EE0-92AE-269B503574E7}">
      <dsp:nvSpPr>
        <dsp:cNvPr id="0" name=""/>
        <dsp:cNvSpPr/>
      </dsp:nvSpPr>
      <dsp:spPr>
        <a:xfrm>
          <a:off x="4948975" y="3295227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Clustering</a:t>
          </a:r>
        </a:p>
      </dsp:txBody>
      <dsp:txXfrm>
        <a:off x="4948975" y="3295227"/>
        <a:ext cx="2318258" cy="1159129"/>
      </dsp:txXfrm>
    </dsp:sp>
    <dsp:sp modelId="{8009D300-220B-416B-B59D-5BB10E332BF9}">
      <dsp:nvSpPr>
        <dsp:cNvPr id="0" name=""/>
        <dsp:cNvSpPr/>
      </dsp:nvSpPr>
      <dsp:spPr>
        <a:xfrm>
          <a:off x="4948975" y="4941191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Association</a:t>
          </a:r>
        </a:p>
      </dsp:txBody>
      <dsp:txXfrm>
        <a:off x="4948975" y="4941191"/>
        <a:ext cx="2318258" cy="1159129"/>
      </dsp:txXfrm>
    </dsp:sp>
    <dsp:sp modelId="{B04029A8-0562-48B2-AE02-AF9195ECAEDE}">
      <dsp:nvSpPr>
        <dsp:cNvPr id="0" name=""/>
        <dsp:cNvSpPr/>
      </dsp:nvSpPr>
      <dsp:spPr>
        <a:xfrm>
          <a:off x="7174503" y="1649263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Semi-Supervised Learning</a:t>
          </a:r>
        </a:p>
      </dsp:txBody>
      <dsp:txXfrm>
        <a:off x="7174503" y="1649263"/>
        <a:ext cx="2318258" cy="1159129"/>
      </dsp:txXfrm>
    </dsp:sp>
    <dsp:sp modelId="{A822A96B-6977-4F12-A705-829ED024D3F5}">
      <dsp:nvSpPr>
        <dsp:cNvPr id="0" name=""/>
        <dsp:cNvSpPr/>
      </dsp:nvSpPr>
      <dsp:spPr>
        <a:xfrm>
          <a:off x="9979596" y="1649263"/>
          <a:ext cx="2318258" cy="1159129"/>
        </a:xfrm>
        <a:prstGeom prst="rect">
          <a:avLst/>
        </a:prstGeom>
        <a:solidFill>
          <a:srgbClr val="2C9AE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Reinforcement Learning (RL)</a:t>
          </a:r>
        </a:p>
      </dsp:txBody>
      <dsp:txXfrm>
        <a:off x="9979596" y="1649263"/>
        <a:ext cx="2318258" cy="11591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281FF-43EF-4C63-A1C9-69B92B339D74}" type="datetimeFigureOut">
              <a:rPr lang="en-US" smtClean="0"/>
              <a:t>29-Jan-26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16484-6137-48D8-A6CE-2893F4927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D4556-20FA-46FE-9860-9A1801CBE44E}" type="datetime1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80B56-6047-4449-B748-927D5F9488DC}" type="datetime1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DD02E-CEC8-4334-8FED-64702DCBF7E6}" type="datetime1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E4790-A783-4D73-949B-5692E181A9BB}" type="datetime1">
              <a:rPr lang="en-US" smtClean="0"/>
              <a:t>29-Jan-26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5D7F6-E733-451F-BA2C-CB22D9A5A8EE}" type="datetime1">
              <a:rPr lang="en-US" smtClean="0"/>
              <a:t>29-Jan-26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86980-F665-4FAD-A75E-C69745BFF5C4}" type="datetime1">
              <a:rPr lang="en-US" smtClean="0"/>
              <a:t>29-Jan-26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D6CF9-E11B-45CC-85FB-4A123121B562}" type="datetime1">
              <a:rPr lang="en-US" smtClean="0"/>
              <a:t>29-Jan-26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316200" y="9563100"/>
            <a:ext cx="213360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C33B4-1649-4D2F-8E55-43D084D458A9}" type="datetime1">
              <a:rPr lang="en-US" smtClean="0"/>
              <a:t>29-Jan-26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3A263-6D80-4E0C-A1F7-A0706EB03C63}" type="datetime1">
              <a:rPr lang="en-US" smtClean="0"/>
              <a:t>29-Jan-26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1B8FC-55F9-4E88-89B9-BABA37EC4542}" type="datetime1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13606-BDCD-40C2-98C2-8E905C9EC854}" type="datetime1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5FD19F-A062-4933-BD3F-9BD6F28781EA}" type="datetime1">
              <a:rPr lang="en-US" smtClean="0"/>
              <a:t>29-Jan-26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917E6D2E-6387-67CB-73B1-51CB264E95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2095500"/>
            <a:ext cx="3211493" cy="1730599"/>
          </a:xfrm>
          <a:prstGeom prst="rect">
            <a:avLst/>
          </a:prstGeom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71D157F6-B323-F599-08FF-D30C04A3C416}"/>
              </a:ext>
            </a:extLst>
          </p:cNvPr>
          <p:cNvSpPr txBox="1"/>
          <p:nvPr/>
        </p:nvSpPr>
        <p:spPr>
          <a:xfrm>
            <a:off x="2706169" y="4076990"/>
            <a:ext cx="12875661" cy="2769989"/>
          </a:xfrm>
          <a:prstGeom prst="rect">
            <a:avLst/>
          </a:prstGeom>
          <a:effectLst>
            <a:glow>
              <a:schemeClr val="bg1"/>
            </a:glow>
          </a:effectLst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/>
                <a:latin typeface="Keep Calm Med" pitchFamily="2" charset="0"/>
                <a:ea typeface="Open Sans" panose="020B0606030504020204" pitchFamily="34" charset="0"/>
                <a:cs typeface="Open Sans" panose="020B0606030504020204" pitchFamily="34" charset="0"/>
                <a:sym typeface="Aperture"/>
              </a:rPr>
              <a:t>KUET Machine Intelligence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effectLst/>
                <a:latin typeface="Keep Calm Med" pitchFamily="2" charset="0"/>
                <a:ea typeface="Open Sans" panose="020B0606030504020204" pitchFamily="34" charset="0"/>
                <a:cs typeface="Open Sans" panose="020B0606030504020204" pitchFamily="34" charset="0"/>
                <a:sym typeface="Aperture"/>
              </a:rPr>
              <a:t> &amp;</a:t>
            </a:r>
          </a:p>
          <a:p>
            <a:pPr algn="ctr"/>
            <a:r>
              <a:rPr lang="en-US" sz="6000" b="1" dirty="0">
                <a:solidFill>
                  <a:schemeClr val="bg1"/>
                </a:solidFill>
                <a:effectLst/>
                <a:latin typeface="Keep Calm Med" pitchFamily="2" charset="0"/>
                <a:ea typeface="Open Sans" panose="020B0606030504020204" pitchFamily="34" charset="0"/>
                <a:cs typeface="Open Sans" panose="020B0606030504020204" pitchFamily="34" charset="0"/>
                <a:sym typeface="Aperture"/>
              </a:rPr>
              <a:t> Data Science Community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3410DEA-BB0C-5A62-FA3B-84DDB801F0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587" y="266700"/>
            <a:ext cx="1134414" cy="12874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123B38D-52DC-450E-5854-9FCAFB6EFA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413" y="9029700"/>
            <a:ext cx="1957070" cy="108772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3AF590F-721E-BF26-6C30-CB40C4492CF2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EB250-66D5-C47B-7FF9-6B0860AE272D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4FF40-4374-A2D4-C71F-E7E7F0347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45B7DDB-5BFB-9C8A-31A2-7A049421B3CC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C7DDE-0B1D-96CC-264B-21D8FB5B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51F084D-6BDA-6EE6-E4BD-654E780F4ACC}"/>
              </a:ext>
            </a:extLst>
          </p:cNvPr>
          <p:cNvSpPr txBox="1"/>
          <p:nvPr/>
        </p:nvSpPr>
        <p:spPr>
          <a:xfrm>
            <a:off x="4305300" y="3086100"/>
            <a:ext cx="9677400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9600" b="1" dirty="0" err="1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Lvl</a:t>
            </a:r>
            <a:r>
              <a:rPr lang="en-US" sz="9600" b="1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 1:</a:t>
            </a:r>
          </a:p>
          <a:p>
            <a:pPr algn="ctr">
              <a:spcBef>
                <a:spcPct val="0"/>
              </a:spcBef>
            </a:pPr>
            <a:r>
              <a:rPr lang="en-US" sz="9600" b="1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ML Starter Pack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77ADB6-4D31-9F3A-B71C-D1A97AA62673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7B2ED7-BFB9-0C60-A2A1-F1C3BEAD1D1D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7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BD15E-305A-5565-22CE-DD15D3B3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460A7589-8CE3-8A31-6AF0-6A2A65E98068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AF6043-A95C-4DD4-7F69-29A80175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07ACDEB7-4FBA-657F-A7E3-AAE0A5DE0B94}"/>
              </a:ext>
            </a:extLst>
          </p:cNvPr>
          <p:cNvSpPr txBox="1"/>
          <p:nvPr/>
        </p:nvSpPr>
        <p:spPr>
          <a:xfrm>
            <a:off x="4191000" y="4351495"/>
            <a:ext cx="96774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9600" b="1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“Class – 1”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93BE93-0E77-167D-227C-0F939B6C737B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EF5BA1-4CE4-F142-DF28-057A3A51A259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4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991E-1414-3193-4329-8E230F13F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78EF1B2-73F7-19BB-7150-43A05490ABDA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F4230F-D44C-68E4-F42D-6B48D806D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C33EA2B-4B59-9E75-DFEF-077FE9AED1AD}"/>
              </a:ext>
            </a:extLst>
          </p:cNvPr>
          <p:cNvSpPr txBox="1"/>
          <p:nvPr/>
        </p:nvSpPr>
        <p:spPr>
          <a:xfrm>
            <a:off x="838200" y="378915"/>
            <a:ext cx="1689212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Content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CF8A0F9C-141C-6720-D92F-5366F9FE9784}"/>
              </a:ext>
            </a:extLst>
          </p:cNvPr>
          <p:cNvSpPr txBox="1"/>
          <p:nvPr/>
        </p:nvSpPr>
        <p:spPr>
          <a:xfrm>
            <a:off x="304800" y="1257300"/>
            <a:ext cx="103632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Table of Content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16E3EA-43F5-CDD8-AF40-1C6C661D01CA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C09E45-D841-425C-0B82-2E5E890AB9EE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0359E4AB-5F71-E055-77C3-856EC8E6D0CF}"/>
              </a:ext>
            </a:extLst>
          </p:cNvPr>
          <p:cNvSpPr txBox="1"/>
          <p:nvPr/>
        </p:nvSpPr>
        <p:spPr>
          <a:xfrm>
            <a:off x="1790700" y="3650396"/>
            <a:ext cx="102489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spcBef>
                <a:spcPct val="0"/>
              </a:spcBef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Machine Learning Terminology</a:t>
            </a:r>
          </a:p>
        </p:txBody>
      </p:sp>
    </p:spTree>
    <p:extLst>
      <p:ext uri="{BB962C8B-B14F-4D97-AF65-F5344CB8AC3E}">
        <p14:creationId xmlns:p14="http://schemas.microsoft.com/office/powerpoint/2010/main" val="1518606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C6E10-4A9B-37E4-B7D1-77DEDCBF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5542C18-E124-A554-798A-8A0822EDA868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75FC35-B9DE-6E7C-AECE-D73247E3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8A7FC434-350A-A8BA-96B0-A05E370FC539}"/>
              </a:ext>
            </a:extLst>
          </p:cNvPr>
          <p:cNvSpPr txBox="1"/>
          <p:nvPr/>
        </p:nvSpPr>
        <p:spPr>
          <a:xfrm>
            <a:off x="838200" y="378915"/>
            <a:ext cx="28194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&amp; Dataset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10353F03-9ABF-4A20-A4BE-BC82770A1C7C}"/>
              </a:ext>
            </a:extLst>
          </p:cNvPr>
          <p:cNvSpPr txBox="1"/>
          <p:nvPr/>
        </p:nvSpPr>
        <p:spPr>
          <a:xfrm>
            <a:off x="820783" y="1257300"/>
            <a:ext cx="115824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Fundamentals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D3CED9-4BA9-2A05-9509-8160AF47547D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64DA6D-2519-AAF9-DB04-BDB6118A6FFB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4F53A747-7C11-ECF4-876F-E41274EC6813}"/>
              </a:ext>
            </a:extLst>
          </p:cNvPr>
          <p:cNvSpPr txBox="1"/>
          <p:nvPr/>
        </p:nvSpPr>
        <p:spPr>
          <a:xfrm>
            <a:off x="914400" y="3276635"/>
            <a:ext cx="10248900" cy="2884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What is Data?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Facts and statistics collected for reference or analysis.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endParaRPr lang="en-US" sz="3200" b="1" dirty="0">
              <a:solidFill>
                <a:schemeClr val="bg1"/>
              </a:solidFill>
              <a:latin typeface="Poppins" panose="00000500000000000000" pitchFamily="2" charset="0"/>
              <a:ea typeface="Open Sans"/>
              <a:cs typeface="Poppins" panose="00000500000000000000" pitchFamily="2" charset="0"/>
              <a:sym typeface="Open Sans"/>
            </a:endParaRPr>
          </a:p>
        </p:txBody>
      </p:sp>
      <p:pic>
        <p:nvPicPr>
          <p:cNvPr id="4098" name="Picture 2" descr="a black and white image of a tree with many small white lights">
            <a:extLst>
              <a:ext uri="{FF2B5EF4-FFF2-40B4-BE49-F238E27FC236}">
                <a16:creationId xmlns:a16="http://schemas.microsoft.com/office/drawing/2014/main" id="{40F7F90A-D90B-B86A-B50A-9E0877127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200" y="2781300"/>
            <a:ext cx="48768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350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BB2F-5647-6F63-0902-1037F5CA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C2D54632-9284-9D4F-3BBE-749B5CE2206A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7767BC-9EAD-4E0E-6660-931AC08ED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0321E-517B-DFE1-7F31-59435096C8D9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D3275E-38D2-1CBC-BFF6-FBD4C752854D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1498E48-D7BE-5AAA-ED7E-43948DFD8E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586166"/>
              </p:ext>
            </p:extLst>
          </p:nvPr>
        </p:nvGraphicFramePr>
        <p:xfrm>
          <a:off x="4191000" y="1250666"/>
          <a:ext cx="10248900" cy="80555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9">
            <a:extLst>
              <a:ext uri="{FF2B5EF4-FFF2-40B4-BE49-F238E27FC236}">
                <a16:creationId xmlns:a16="http://schemas.microsoft.com/office/drawing/2014/main" id="{DAF3DE23-00EE-A9BB-9836-CCDBABBAC159}"/>
              </a:ext>
            </a:extLst>
          </p:cNvPr>
          <p:cNvSpPr txBox="1"/>
          <p:nvPr/>
        </p:nvSpPr>
        <p:spPr>
          <a:xfrm>
            <a:off x="838200" y="378915"/>
            <a:ext cx="28194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&amp; Dataset</a:t>
            </a:r>
          </a:p>
        </p:txBody>
      </p:sp>
    </p:spTree>
    <p:extLst>
      <p:ext uri="{BB962C8B-B14F-4D97-AF65-F5344CB8AC3E}">
        <p14:creationId xmlns:p14="http://schemas.microsoft.com/office/powerpoint/2010/main" val="216062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F355-550E-2722-666B-56A593DE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82D8F7D9-F131-A073-42D4-4896E60366C9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599356-F2AA-4AF7-10CD-BC6D3BFB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247EC7A-A004-0E69-A3BA-B1F06A87B286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26FFB3-49A7-4CB8-FCAA-C7FAFC61F3CA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1338F4F-1F62-136A-F5A9-B15E4C1BD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237639"/>
              </p:ext>
            </p:extLst>
          </p:nvPr>
        </p:nvGraphicFramePr>
        <p:xfrm>
          <a:off x="914400" y="1485900"/>
          <a:ext cx="16459201" cy="689065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647344364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109791668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4106909574"/>
                    </a:ext>
                  </a:extLst>
                </a:gridCol>
                <a:gridCol w="6019801">
                  <a:extLst>
                    <a:ext uri="{9D8B030D-6E8A-4147-A177-3AD203B41FA5}">
                      <a16:colId xmlns:a16="http://schemas.microsoft.com/office/drawing/2014/main" val="223883699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Name</a:t>
                      </a:r>
                      <a:endParaRPr lang="en-US" sz="2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Descriptions</a:t>
                      </a:r>
                      <a:endParaRPr lang="en-US" sz="2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Example</a:t>
                      </a:r>
                      <a:endParaRPr lang="en-US" sz="24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3042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Structured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Organized rows and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Excel, 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002946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Unstructured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Messy, complex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Image, Text, Audio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036032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Continuous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Infinite possibilities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Height, Price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6885681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Discrete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Whole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Number of chairs, Shoe size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209031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Nominal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Names without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Red, Blue, Green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995307"/>
                  </a:ext>
                </a:extLst>
              </a:tr>
              <a:tr h="108857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Ordinal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Names with a 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Low, Medium,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638089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C75F177-A5EE-EB8A-0208-43DB5817959B}"/>
              </a:ext>
            </a:extLst>
          </p:cNvPr>
          <p:cNvSpPr txBox="1"/>
          <p:nvPr/>
        </p:nvSpPr>
        <p:spPr>
          <a:xfrm>
            <a:off x="838200" y="378915"/>
            <a:ext cx="28194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&amp; Dataset</a:t>
            </a:r>
          </a:p>
        </p:txBody>
      </p:sp>
    </p:spTree>
    <p:extLst>
      <p:ext uri="{BB962C8B-B14F-4D97-AF65-F5344CB8AC3E}">
        <p14:creationId xmlns:p14="http://schemas.microsoft.com/office/powerpoint/2010/main" val="2358123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EF62-7D1D-A128-0F2A-0135D2A5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560C8204-8BC3-58E6-E97F-0D7C2461431A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5C477-38DE-035D-AE1A-0FEF19B31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C053917A-7ACA-2CDF-ECC4-0675E845DCC1}"/>
              </a:ext>
            </a:extLst>
          </p:cNvPr>
          <p:cNvSpPr txBox="1"/>
          <p:nvPr/>
        </p:nvSpPr>
        <p:spPr>
          <a:xfrm>
            <a:off x="838200" y="378915"/>
            <a:ext cx="28194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&amp; Dataset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C6B5878-3D45-8A97-D61A-20F5DE1891AF}"/>
              </a:ext>
            </a:extLst>
          </p:cNvPr>
          <p:cNvSpPr txBox="1"/>
          <p:nvPr/>
        </p:nvSpPr>
        <p:spPr>
          <a:xfrm>
            <a:off x="820783" y="1257300"/>
            <a:ext cx="115824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Fundamentals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3EACCE-939B-8CA5-043D-45B1522C466B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3767DF-604F-1B6D-DDCD-BE41F401FBD1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66017105-443A-5B38-BD42-FAC923278BB3}"/>
              </a:ext>
            </a:extLst>
          </p:cNvPr>
          <p:cNvSpPr txBox="1"/>
          <p:nvPr/>
        </p:nvSpPr>
        <p:spPr>
          <a:xfrm>
            <a:off x="914400" y="3276635"/>
            <a:ext cx="13716000" cy="5839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What is Dataset?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A structured collection of data.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Observation (Row/Sample/Instance):</a:t>
            </a: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One specific example (e.g., one patient).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Feature (Column/Input/Attribute):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characteristics used to describe the observation (e.g., Age, Blood Pressure).</a:t>
            </a:r>
          </a:p>
          <a:p>
            <a:pPr marL="914400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Target (Label/Output):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value we want to predict (e.g., Has Disease: Yes/No).</a:t>
            </a:r>
          </a:p>
        </p:txBody>
      </p:sp>
    </p:spTree>
    <p:extLst>
      <p:ext uri="{BB962C8B-B14F-4D97-AF65-F5344CB8AC3E}">
        <p14:creationId xmlns:p14="http://schemas.microsoft.com/office/powerpoint/2010/main" val="4100164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5E6C-B457-DB84-CF07-2FA6826B8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6A90B535-7D0D-B9CC-1257-F15E247909DD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6CC7F0-3050-FB5E-5F38-10AB0E2C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EE4F58C-A40E-EF97-FDE3-8B6DF5565A23}"/>
              </a:ext>
            </a:extLst>
          </p:cNvPr>
          <p:cNvSpPr txBox="1"/>
          <p:nvPr/>
        </p:nvSpPr>
        <p:spPr>
          <a:xfrm>
            <a:off x="838200" y="378915"/>
            <a:ext cx="28194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&amp; Dataset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2BFAD8-B4B7-2DED-E3B2-FA6E6E07DFC0}"/>
              </a:ext>
            </a:extLst>
          </p:cNvPr>
          <p:cNvSpPr txBox="1"/>
          <p:nvPr/>
        </p:nvSpPr>
        <p:spPr>
          <a:xfrm>
            <a:off x="820783" y="1257300"/>
            <a:ext cx="115824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Dataset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4A1317-FA4F-758F-2342-41D882E37CF4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48583A-C8E9-EC9C-C0E9-EEB93A10B25D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C81189A-43B1-7B96-6190-BF053CD3F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799752"/>
              </p:ext>
            </p:extLst>
          </p:nvPr>
        </p:nvGraphicFramePr>
        <p:xfrm>
          <a:off x="2743200" y="3659777"/>
          <a:ext cx="12801600" cy="5654047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47857661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65208738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86261255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749759076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0582832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641109949"/>
                    </a:ext>
                  </a:extLst>
                </a:gridCol>
              </a:tblGrid>
              <a:tr h="80772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SepalLength</a:t>
                      </a:r>
                      <a:endParaRPr lang="en-US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SepalWidth</a:t>
                      </a:r>
                      <a:endParaRPr lang="en-US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PetalLength</a:t>
                      </a:r>
                      <a:endParaRPr lang="en-US" sz="2000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PetalWidth</a:t>
                      </a:r>
                    </a:p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Species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7185602"/>
                  </a:ext>
                </a:extLst>
              </a:tr>
              <a:tr h="8077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Iris-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setosa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0864111"/>
                  </a:ext>
                </a:extLst>
              </a:tr>
              <a:tr h="8077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Iris-</a:t>
                      </a:r>
                      <a:r>
                        <a:rPr lang="en-U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setosa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6329147"/>
                  </a:ext>
                </a:extLst>
              </a:tr>
              <a:tr h="8077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Iris-versicolor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4618360"/>
                  </a:ext>
                </a:extLst>
              </a:tr>
              <a:tr h="8077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Iris-versicolor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3646478"/>
                  </a:ext>
                </a:extLst>
              </a:tr>
              <a:tr h="8077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Iris-virginica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4102076"/>
                  </a:ext>
                </a:extLst>
              </a:tr>
              <a:tr h="8077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Iris-virginica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36737726"/>
                  </a:ext>
                </a:extLst>
              </a:tr>
            </a:tbl>
          </a:graphicData>
        </a:graphic>
      </p:graphicFrame>
      <p:sp>
        <p:nvSpPr>
          <p:cNvPr id="6" name="Left Brace 5">
            <a:extLst>
              <a:ext uri="{FF2B5EF4-FFF2-40B4-BE49-F238E27FC236}">
                <a16:creationId xmlns:a16="http://schemas.microsoft.com/office/drawing/2014/main" id="{680A553F-9AFF-FEEB-6BFB-59AAD3C02664}"/>
              </a:ext>
            </a:extLst>
          </p:cNvPr>
          <p:cNvSpPr/>
          <p:nvPr/>
        </p:nvSpPr>
        <p:spPr>
          <a:xfrm>
            <a:off x="1524000" y="4610100"/>
            <a:ext cx="723900" cy="441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D1357C12-D33C-E408-1DD6-A16CAF80E1C1}"/>
              </a:ext>
            </a:extLst>
          </p:cNvPr>
          <p:cNvSpPr txBox="1"/>
          <p:nvPr/>
        </p:nvSpPr>
        <p:spPr>
          <a:xfrm>
            <a:off x="1028700" y="4952567"/>
            <a:ext cx="430887" cy="3734666"/>
          </a:xfrm>
          <a:prstGeom prst="rect">
            <a:avLst/>
          </a:prstGeom>
        </p:spPr>
        <p:txBody>
          <a:bodyPr vert="vert270"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Observation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6BBDCEA0-6A06-00C3-02B4-3797D685DB3F}"/>
              </a:ext>
            </a:extLst>
          </p:cNvPr>
          <p:cNvSpPr/>
          <p:nvPr/>
        </p:nvSpPr>
        <p:spPr>
          <a:xfrm rot="5400000">
            <a:off x="9140419" y="-571814"/>
            <a:ext cx="411352" cy="7673013"/>
          </a:xfrm>
          <a:prstGeom prst="leftBrace">
            <a:avLst>
              <a:gd name="adj1" fmla="val 8333"/>
              <a:gd name="adj2" fmla="val 491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AE1B60F3-F605-002B-929D-75B3F0B3AD77}"/>
              </a:ext>
            </a:extLst>
          </p:cNvPr>
          <p:cNvSpPr txBox="1"/>
          <p:nvPr/>
        </p:nvSpPr>
        <p:spPr>
          <a:xfrm>
            <a:off x="5638800" y="2613977"/>
            <a:ext cx="7673014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Feature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0BF3067-BD64-8C40-A8E5-7FF6DF708428}"/>
              </a:ext>
            </a:extLst>
          </p:cNvPr>
          <p:cNvSpPr/>
          <p:nvPr/>
        </p:nvSpPr>
        <p:spPr>
          <a:xfrm rot="5400000">
            <a:off x="14309716" y="2516614"/>
            <a:ext cx="411352" cy="1623387"/>
          </a:xfrm>
          <a:prstGeom prst="leftBrace">
            <a:avLst>
              <a:gd name="adj1" fmla="val 8333"/>
              <a:gd name="adj2" fmla="val 491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52ED4AE5-D02B-69F6-BF3C-10D803628360}"/>
              </a:ext>
            </a:extLst>
          </p:cNvPr>
          <p:cNvSpPr txBox="1"/>
          <p:nvPr/>
        </p:nvSpPr>
        <p:spPr>
          <a:xfrm>
            <a:off x="13311814" y="2587942"/>
            <a:ext cx="2362200" cy="43088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317256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31656-A773-6906-C09B-C8FE2311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06A8A951-3746-0FC8-4E16-886767B89621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817648-8026-CED9-4A26-61FB60CA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076F9154-D155-9599-1FB8-C86008AA3982}"/>
              </a:ext>
            </a:extLst>
          </p:cNvPr>
          <p:cNvSpPr txBox="1"/>
          <p:nvPr/>
        </p:nvSpPr>
        <p:spPr>
          <a:xfrm>
            <a:off x="838200" y="378915"/>
            <a:ext cx="281940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 &amp; Dataset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E700FE6-832C-28E5-F57C-A51E3E6F027E}"/>
              </a:ext>
            </a:extLst>
          </p:cNvPr>
          <p:cNvSpPr txBox="1"/>
          <p:nvPr/>
        </p:nvSpPr>
        <p:spPr>
          <a:xfrm>
            <a:off x="820782" y="1257300"/>
            <a:ext cx="13428617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Dataset Management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AD7B44-467B-A550-1B4D-D9ABD1D5649C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041CD-EAB7-6EB4-0C50-8FF0F32E7C49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1D6CC4FE-5507-0AB4-1704-950C0020705C}"/>
              </a:ext>
            </a:extLst>
          </p:cNvPr>
          <p:cNvSpPr txBox="1"/>
          <p:nvPr/>
        </p:nvSpPr>
        <p:spPr>
          <a:xfrm>
            <a:off x="914400" y="3276635"/>
            <a:ext cx="13716000" cy="2884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Training Data: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data the model "sees" and learns from.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Validation Data: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data used to tune settings during the learning process.</a:t>
            </a:r>
          </a:p>
          <a:p>
            <a:pPr marL="457200" indent="-457200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Test Data: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"Unseen" data used only for the final evaluation.</a:t>
            </a:r>
          </a:p>
        </p:txBody>
      </p:sp>
    </p:spTree>
    <p:extLst>
      <p:ext uri="{BB962C8B-B14F-4D97-AF65-F5344CB8AC3E}">
        <p14:creationId xmlns:p14="http://schemas.microsoft.com/office/powerpoint/2010/main" val="358721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9811-D0A4-EE3E-FCC4-58BA49237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AB531F53-2D3B-C796-0337-EA49D8E28490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86831E-69A1-BE37-2BB0-3EEB3D34A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C39B9443-EE35-E1F1-63A0-5154B39E5DE3}"/>
              </a:ext>
            </a:extLst>
          </p:cNvPr>
          <p:cNvSpPr txBox="1"/>
          <p:nvPr/>
        </p:nvSpPr>
        <p:spPr>
          <a:xfrm>
            <a:off x="914400" y="378915"/>
            <a:ext cx="28425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ML Terminology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6F28A74E-0AD2-B505-2EBF-721C4D54A856}"/>
              </a:ext>
            </a:extLst>
          </p:cNvPr>
          <p:cNvSpPr txBox="1"/>
          <p:nvPr/>
        </p:nvSpPr>
        <p:spPr>
          <a:xfrm>
            <a:off x="838200" y="1257300"/>
            <a:ext cx="112014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EF7983-3BE4-E6C6-CAF1-4FDDF9C15384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DB4F18-BBE9-7503-0CFE-B9CACC25EEDB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2E830A75-7450-7FC2-A44A-1A7B5FDAD942}"/>
              </a:ext>
            </a:extLst>
          </p:cNvPr>
          <p:cNvSpPr txBox="1"/>
          <p:nvPr/>
        </p:nvSpPr>
        <p:spPr>
          <a:xfrm>
            <a:off x="914400" y="3276819"/>
            <a:ext cx="9144000" cy="4362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How do Machines actually </a:t>
            </a: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"Learn"?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Just like humans learn via classroom instruction, exploring a playground, or trial and error machines do the same.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gradFill flip="none" rotWithShape="1"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Goal: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To find a mathematical function that maps input to a useful insight.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4495FA-603B-0417-F12D-EC13FAC316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2476500"/>
            <a:ext cx="4401520" cy="567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63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D6F29-683E-5DC1-8624-D0AE2F9BA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3213B3FC-BED2-46CC-E9AB-534A087EC733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AFDDF-C267-12E8-A625-5F129A3CA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5143E7F6-6E93-989F-1DA3-D4725D871773}"/>
              </a:ext>
            </a:extLst>
          </p:cNvPr>
          <p:cNvSpPr txBox="1"/>
          <p:nvPr/>
        </p:nvSpPr>
        <p:spPr>
          <a:xfrm>
            <a:off x="914400" y="378915"/>
            <a:ext cx="28425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ML Terminology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12470DB-1813-7122-32A3-006655F34091}"/>
              </a:ext>
            </a:extLst>
          </p:cNvPr>
          <p:cNvSpPr txBox="1"/>
          <p:nvPr/>
        </p:nvSpPr>
        <p:spPr>
          <a:xfrm>
            <a:off x="838200" y="1257300"/>
            <a:ext cx="112014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09861F-40C9-76E5-6B0D-400C102066AC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412894-B2EB-6271-9AD2-D49F14BB9E41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565DF2D-8F0D-9C35-59F6-2A39C53CE4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859553"/>
              </p:ext>
            </p:extLst>
          </p:nvPr>
        </p:nvGraphicFramePr>
        <p:xfrm>
          <a:off x="2212913" y="2091689"/>
          <a:ext cx="13862173" cy="6103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0941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D3E9E-1D35-49D3-94FC-062EFE30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E7425B87-4E90-FFDA-8101-0D59F8D5DD2E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C157E2-8AF8-D56C-8A8A-C3DA7FE3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41FBA9A1-DAE5-2246-B24C-DABBB0690BA6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B36D4601-7991-8720-BBC4-3874A9E3EAA1}"/>
              </a:ext>
            </a:extLst>
          </p:cNvPr>
          <p:cNvSpPr txBox="1"/>
          <p:nvPr/>
        </p:nvSpPr>
        <p:spPr>
          <a:xfrm>
            <a:off x="914400" y="1269910"/>
            <a:ext cx="112776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Supervised Learning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76B6C2-7783-846E-FE2C-5D097463EDD1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1220A3-2002-3D3B-14B4-A783098E2214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044B52B7-34E6-4740-9D5C-2FA34083282C}"/>
              </a:ext>
            </a:extLst>
          </p:cNvPr>
          <p:cNvSpPr txBox="1"/>
          <p:nvPr/>
        </p:nvSpPr>
        <p:spPr>
          <a:xfrm>
            <a:off x="914400" y="3276819"/>
            <a:ext cx="8229600" cy="5100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Core Idea: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with a Teacher.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teacher has the Questions and the Answers right next to each other.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machine's job is to study the examples until it can answer new questions on its own.</a:t>
            </a:r>
          </a:p>
        </p:txBody>
      </p:sp>
      <p:pic>
        <p:nvPicPr>
          <p:cNvPr id="2052" name="Picture 4" descr="Supervised vs Unsupervised Learning: ML Fundamentals">
            <a:extLst>
              <a:ext uri="{FF2B5EF4-FFF2-40B4-BE49-F238E27FC236}">
                <a16:creationId xmlns:a16="http://schemas.microsoft.com/office/drawing/2014/main" id="{C9F4A4D8-6CC7-C206-C532-2C12B2E5E8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98"/>
          <a:stretch>
            <a:fillRect/>
          </a:stretch>
        </p:blipFill>
        <p:spPr bwMode="auto">
          <a:xfrm>
            <a:off x="10058399" y="3695701"/>
            <a:ext cx="731520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816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98A99-0700-9D2A-52F8-53AC5384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0EC5073-7459-C368-2922-5EBA9D251B82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97D9E6-4B91-D3EA-3183-000426C6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E30329F1-71E6-60DD-BE4D-DD5A3569A048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BBDE8445-B8DC-55EF-7530-6D6CFE2C0973}"/>
              </a:ext>
            </a:extLst>
          </p:cNvPr>
          <p:cNvSpPr txBox="1"/>
          <p:nvPr/>
        </p:nvSpPr>
        <p:spPr>
          <a:xfrm>
            <a:off x="838200" y="1257300"/>
            <a:ext cx="12877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Unsupervised Learning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3BA3E7-39AC-8FB2-E8D0-D4F18EF52C14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87EFED-1E44-10DE-FBF3-B15ED213693F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782F0647-8C4E-7F76-D41F-EDB4B1F229E8}"/>
              </a:ext>
            </a:extLst>
          </p:cNvPr>
          <p:cNvSpPr txBox="1"/>
          <p:nvPr/>
        </p:nvSpPr>
        <p:spPr>
          <a:xfrm>
            <a:off x="914400" y="3276819"/>
            <a:ext cx="8229600" cy="4362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Core Idea: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A student exploring a New Playground without a teacher.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machine’s job is to look at the data and find </a:t>
            </a: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"hidden groups"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or </a:t>
            </a: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"patterns"</a:t>
            </a:r>
            <a:r>
              <a:rPr lang="en-US" sz="3200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on its own because nobody told it what to look for.</a:t>
            </a:r>
          </a:p>
        </p:txBody>
      </p:sp>
      <p:pic>
        <p:nvPicPr>
          <p:cNvPr id="3074" name="Picture 2" descr="Unsupervised Learning">
            <a:extLst>
              <a:ext uri="{FF2B5EF4-FFF2-40B4-BE49-F238E27FC236}">
                <a16:creationId xmlns:a16="http://schemas.microsoft.com/office/drawing/2014/main" id="{06BC37F3-0917-1D5C-3B1D-5CF4855471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07"/>
          <a:stretch>
            <a:fillRect/>
          </a:stretch>
        </p:blipFill>
        <p:spPr bwMode="auto">
          <a:xfrm>
            <a:off x="10058400" y="3671553"/>
            <a:ext cx="7315200" cy="4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204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B071B-601A-98D2-F8BE-F5D25FAD3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1754635-5880-8E58-6E0D-53CEEBC41036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521693-BBB1-7314-41BB-B8B36B888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251EDE59-74F7-83EC-8AB7-A1224D2C59B5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5DA9FC3C-5F8C-04DB-3333-1CA0C8E86976}"/>
              </a:ext>
            </a:extLst>
          </p:cNvPr>
          <p:cNvSpPr txBox="1"/>
          <p:nvPr/>
        </p:nvSpPr>
        <p:spPr>
          <a:xfrm>
            <a:off x="838200" y="1257300"/>
            <a:ext cx="148590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Semi-Supervised Learning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0AB30-EA89-A8DB-4D7E-E98A876FD126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C63D50-1F96-D242-C391-DD17D53833E2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5746B0BA-2947-CA4A-45F6-40E4FBAB9FC4}"/>
              </a:ext>
            </a:extLst>
          </p:cNvPr>
          <p:cNvSpPr txBox="1"/>
          <p:nvPr/>
        </p:nvSpPr>
        <p:spPr>
          <a:xfrm>
            <a:off x="914400" y="3276819"/>
            <a:ext cx="8229600" cy="5100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Core Idea: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A student who has a few solved examples but a huge pile of unsolved homework.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machine uses the </a:t>
            </a: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few "answered"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questions to </a:t>
            </a: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understand the logic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 and then applies that logic to organize the rest of the data.</a:t>
            </a:r>
          </a:p>
        </p:txBody>
      </p:sp>
    </p:spTree>
    <p:extLst>
      <p:ext uri="{BB962C8B-B14F-4D97-AF65-F5344CB8AC3E}">
        <p14:creationId xmlns:p14="http://schemas.microsoft.com/office/powerpoint/2010/main" val="3615314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A7EFF-3443-5BF8-28E7-6FC65900B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18956BFF-BFE1-2601-B4E9-65A7E3CB3B35}"/>
              </a:ext>
            </a:extLst>
          </p:cNvPr>
          <p:cNvSpPr/>
          <p:nvPr/>
        </p:nvSpPr>
        <p:spPr>
          <a:xfrm>
            <a:off x="10820400" y="2857500"/>
            <a:ext cx="5867400" cy="6096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C01B5C2-78FD-0B94-CEFC-ABDC8F153586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583971-0170-D71D-6E6C-80D67374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7C3019FC-F10E-EC99-6116-09A5B1AD324F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CD1AEC6-2EED-4019-EE38-3F8930F28F13}"/>
              </a:ext>
            </a:extLst>
          </p:cNvPr>
          <p:cNvSpPr txBox="1"/>
          <p:nvPr/>
        </p:nvSpPr>
        <p:spPr>
          <a:xfrm>
            <a:off x="838200" y="1257300"/>
            <a:ext cx="14020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Reinforcement Learning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E0E0E4-CCD7-237E-89DF-385947FD312D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5EE0A6-B596-DB72-49CC-279FF7097C38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8F9C12CC-3BB6-75C2-3F65-09DAA4192D2E}"/>
              </a:ext>
            </a:extLst>
          </p:cNvPr>
          <p:cNvSpPr txBox="1"/>
          <p:nvPr/>
        </p:nvSpPr>
        <p:spPr>
          <a:xfrm>
            <a:off x="914400" y="3276819"/>
            <a:ext cx="8229600" cy="4362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Core Idea: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No Teacher and No Study Guide.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machine learns by interacting with its world and </a:t>
            </a: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receiving Rewards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for good moves and </a:t>
            </a: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Penalties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 for bad ones.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8BF15E-0B2A-9FA4-30C5-A30586A5E1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0140" y="3085066"/>
            <a:ext cx="1067871" cy="1067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7188DE-5EF6-930C-3A9E-7BB4181050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3160494" y="6693292"/>
            <a:ext cx="1193408" cy="1193408"/>
          </a:xfrm>
          <a:prstGeom prst="rect">
            <a:avLst/>
          </a:prstGeom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67830A3F-5847-0D64-FD84-05270AFB8116}"/>
              </a:ext>
            </a:extLst>
          </p:cNvPr>
          <p:cNvCxnSpPr>
            <a:cxnSpLocks/>
            <a:stCxn id="8" idx="2"/>
            <a:endCxn id="5" idx="1"/>
          </p:cNvCxnSpPr>
          <p:nvPr/>
        </p:nvCxnSpPr>
        <p:spPr>
          <a:xfrm rot="5400000" flipH="1">
            <a:off x="11454820" y="5584322"/>
            <a:ext cx="4267698" cy="337058"/>
          </a:xfrm>
          <a:prstGeom prst="bentConnector4">
            <a:avLst>
              <a:gd name="adj1" fmla="val -5357"/>
              <a:gd name="adj2" fmla="val 764179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220FE2B-AB47-E69E-4978-2223BDF312E9}"/>
              </a:ext>
            </a:extLst>
          </p:cNvPr>
          <p:cNvCxnSpPr>
            <a:cxnSpLocks/>
            <a:stCxn id="8" idx="3"/>
          </p:cNvCxnSpPr>
          <p:nvPr/>
        </p:nvCxnSpPr>
        <p:spPr>
          <a:xfrm rot="10800000" flipH="1">
            <a:off x="13160493" y="4936418"/>
            <a:ext cx="793583" cy="2353579"/>
          </a:xfrm>
          <a:prstGeom prst="bentConnector4">
            <a:avLst>
              <a:gd name="adj1" fmla="val -162137"/>
              <a:gd name="adj2" fmla="val 62677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384D4304-B51F-0DC2-4FE7-8135F8F612FA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13091767" y="6027861"/>
            <a:ext cx="2353582" cy="170688"/>
          </a:xfrm>
          <a:prstGeom prst="bentConnector4">
            <a:avLst>
              <a:gd name="adj1" fmla="val 37323"/>
              <a:gd name="adj2" fmla="val 1037501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TextBox 9">
            <a:extLst>
              <a:ext uri="{FF2B5EF4-FFF2-40B4-BE49-F238E27FC236}">
                <a16:creationId xmlns:a16="http://schemas.microsoft.com/office/drawing/2014/main" id="{12BF36A4-B26F-0221-97CD-D63259278747}"/>
              </a:ext>
            </a:extLst>
          </p:cNvPr>
          <p:cNvSpPr txBox="1"/>
          <p:nvPr/>
        </p:nvSpPr>
        <p:spPr>
          <a:xfrm>
            <a:off x="13495468" y="4272263"/>
            <a:ext cx="1193407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Agent</a:t>
            </a: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331FA7B6-C4BB-D7AC-7FF0-882D47967B36}"/>
              </a:ext>
            </a:extLst>
          </p:cNvPr>
          <p:cNvSpPr txBox="1"/>
          <p:nvPr/>
        </p:nvSpPr>
        <p:spPr>
          <a:xfrm>
            <a:off x="12563434" y="8187409"/>
            <a:ext cx="255586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Environment</a:t>
            </a:r>
          </a:p>
        </p:txBody>
      </p:sp>
      <p:sp>
        <p:nvSpPr>
          <p:cNvPr id="62" name="TextBox 9">
            <a:extLst>
              <a:ext uri="{FF2B5EF4-FFF2-40B4-BE49-F238E27FC236}">
                <a16:creationId xmlns:a16="http://schemas.microsoft.com/office/drawing/2014/main" id="{AAB92BA9-A8FB-203A-15DB-6C52749E2C0D}"/>
              </a:ext>
            </a:extLst>
          </p:cNvPr>
          <p:cNvSpPr txBox="1"/>
          <p:nvPr/>
        </p:nvSpPr>
        <p:spPr>
          <a:xfrm>
            <a:off x="15316200" y="6289619"/>
            <a:ext cx="255586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Action</a:t>
            </a:r>
          </a:p>
        </p:txBody>
      </p:sp>
      <p:sp>
        <p:nvSpPr>
          <p:cNvPr id="63" name="TextBox 9">
            <a:extLst>
              <a:ext uri="{FF2B5EF4-FFF2-40B4-BE49-F238E27FC236}">
                <a16:creationId xmlns:a16="http://schemas.microsoft.com/office/drawing/2014/main" id="{399D1AD6-439A-06D0-2FFD-2A62F5375A33}"/>
              </a:ext>
            </a:extLst>
          </p:cNvPr>
          <p:cNvSpPr txBox="1"/>
          <p:nvPr/>
        </p:nvSpPr>
        <p:spPr>
          <a:xfrm>
            <a:off x="11398207" y="6289394"/>
            <a:ext cx="2555868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Reward</a:t>
            </a:r>
          </a:p>
        </p:txBody>
      </p:sp>
    </p:spTree>
    <p:extLst>
      <p:ext uri="{BB962C8B-B14F-4D97-AF65-F5344CB8AC3E}">
        <p14:creationId xmlns:p14="http://schemas.microsoft.com/office/powerpoint/2010/main" val="1786957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945EC-4CC9-4E38-8997-123DC6A9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7647AA7D-7881-0BA5-0537-5B92A5603920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6DB58-1C61-4F8A-E4DC-45403C7F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E77469DB-5660-F9B1-8C00-317B35368D4A}"/>
              </a:ext>
            </a:extLst>
          </p:cNvPr>
          <p:cNvSpPr txBox="1"/>
          <p:nvPr/>
        </p:nvSpPr>
        <p:spPr>
          <a:xfrm>
            <a:off x="838200" y="1257300"/>
            <a:ext cx="112014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7F775E-8F5D-119F-AE73-36960678CEF7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183A59-0C3A-BB90-4E63-4037505F8FB8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E48C51D-90B4-ADCC-9E6C-8D3F53BA2E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9990773"/>
              </p:ext>
            </p:extLst>
          </p:nvPr>
        </p:nvGraphicFramePr>
        <p:xfrm>
          <a:off x="1951423" y="2918459"/>
          <a:ext cx="13862173" cy="6103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9">
            <a:extLst>
              <a:ext uri="{FF2B5EF4-FFF2-40B4-BE49-F238E27FC236}">
                <a16:creationId xmlns:a16="http://schemas.microsoft.com/office/drawing/2014/main" id="{294A450B-D844-FAFD-8477-4A13FC6B01E1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</p:spTree>
    <p:extLst>
      <p:ext uri="{BB962C8B-B14F-4D97-AF65-F5344CB8AC3E}">
        <p14:creationId xmlns:p14="http://schemas.microsoft.com/office/powerpoint/2010/main" val="136934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2BA12-C776-DBB0-8453-4DB1FD2A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4E8E7403-B5D4-2FB6-A4E6-050E24458111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3B1FB8-D462-A864-2FD7-DFBAB7E8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EC1DB1D-9AB7-5ECC-6A95-53E001F038DE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547FAFC-97F1-BC54-0FC5-4138A9B54A30}"/>
              </a:ext>
            </a:extLst>
          </p:cNvPr>
          <p:cNvSpPr txBox="1"/>
          <p:nvPr/>
        </p:nvSpPr>
        <p:spPr>
          <a:xfrm>
            <a:off x="838200" y="1257300"/>
            <a:ext cx="14020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Classification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F215C2-7278-0FA0-4F4B-43628E10030D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625F60-7FC4-537D-C8B1-1C4411D090FA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FF50D954-03A0-2211-7940-FF746AFC8F8B}"/>
              </a:ext>
            </a:extLst>
          </p:cNvPr>
          <p:cNvSpPr txBox="1"/>
          <p:nvPr/>
        </p:nvSpPr>
        <p:spPr>
          <a:xfrm>
            <a:off x="914400" y="2952991"/>
            <a:ext cx="8229600" cy="6578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What is it?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You have a box of mixed shapes. You pick one up and have to name it.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How the Machine Handles it: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It looks at the number of sides.</a:t>
            </a: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If sides = 4, it says "Square”. </a:t>
            </a:r>
          </a:p>
          <a:p>
            <a:pPr marL="914400" lvl="1" indent="-4572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If sides = 3, it says "Triangle“.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Goal: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To put the object into the correct Bucket.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6CFA94-4AA1-49B3-0AD0-0DFFAAA96A14}"/>
              </a:ext>
            </a:extLst>
          </p:cNvPr>
          <p:cNvSpPr/>
          <p:nvPr/>
        </p:nvSpPr>
        <p:spPr>
          <a:xfrm>
            <a:off x="10058400" y="3251598"/>
            <a:ext cx="7315200" cy="512804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A29700-9445-7775-55D3-4F39B24E4578}"/>
              </a:ext>
            </a:extLst>
          </p:cNvPr>
          <p:cNvCxnSpPr/>
          <p:nvPr/>
        </p:nvCxnSpPr>
        <p:spPr>
          <a:xfrm flipV="1">
            <a:off x="10972800" y="3695700"/>
            <a:ext cx="0" cy="4191000"/>
          </a:xfrm>
          <a:prstGeom prst="straightConnector1">
            <a:avLst/>
          </a:prstGeom>
          <a:ln>
            <a:solidFill>
              <a:srgbClr val="41A0CB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60B0AB1-3F5F-5146-2706-2EC82570B084}"/>
              </a:ext>
            </a:extLst>
          </p:cNvPr>
          <p:cNvCxnSpPr>
            <a:cxnSpLocks/>
          </p:cNvCxnSpPr>
          <p:nvPr/>
        </p:nvCxnSpPr>
        <p:spPr>
          <a:xfrm>
            <a:off x="10972800" y="7886700"/>
            <a:ext cx="6019800" cy="0"/>
          </a:xfrm>
          <a:prstGeom prst="straightConnector1">
            <a:avLst/>
          </a:prstGeom>
          <a:ln>
            <a:solidFill>
              <a:srgbClr val="41A0CB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D983FD0-5F6A-FF9A-7081-C4747D5F6E2B}"/>
              </a:ext>
            </a:extLst>
          </p:cNvPr>
          <p:cNvSpPr/>
          <p:nvPr/>
        </p:nvSpPr>
        <p:spPr>
          <a:xfrm>
            <a:off x="11391900" y="5214327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6A6DA650-E116-7A5D-82AF-E312802AA979}"/>
              </a:ext>
            </a:extLst>
          </p:cNvPr>
          <p:cNvSpPr/>
          <p:nvPr/>
        </p:nvSpPr>
        <p:spPr>
          <a:xfrm>
            <a:off x="12324262" y="5524500"/>
            <a:ext cx="838200" cy="838198"/>
          </a:xfrm>
          <a:prstGeom prst="triangle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C556823F-BCCD-4207-317A-AFB1079F0EA1}"/>
              </a:ext>
            </a:extLst>
          </p:cNvPr>
          <p:cNvSpPr/>
          <p:nvPr/>
        </p:nvSpPr>
        <p:spPr>
          <a:xfrm>
            <a:off x="11398976" y="6242097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032D7DB-7F05-D6A6-F2DA-7C3996F4C9DC}"/>
              </a:ext>
            </a:extLst>
          </p:cNvPr>
          <p:cNvSpPr/>
          <p:nvPr/>
        </p:nvSpPr>
        <p:spPr>
          <a:xfrm>
            <a:off x="12335148" y="6565924"/>
            <a:ext cx="838200" cy="838198"/>
          </a:xfrm>
          <a:prstGeom prst="triangle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0406723-F183-D927-EDD6-DA6E6CB92492}"/>
              </a:ext>
            </a:extLst>
          </p:cNvPr>
          <p:cNvSpPr/>
          <p:nvPr/>
        </p:nvSpPr>
        <p:spPr>
          <a:xfrm>
            <a:off x="14173200" y="5295900"/>
            <a:ext cx="756622" cy="756622"/>
          </a:xfrm>
          <a:prstGeom prst="ellipse">
            <a:avLst/>
          </a:prstGeom>
          <a:solidFill>
            <a:srgbClr val="2B98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B230EC2-536D-77E5-1C40-A7D8F08A40A7}"/>
              </a:ext>
            </a:extLst>
          </p:cNvPr>
          <p:cNvSpPr/>
          <p:nvPr/>
        </p:nvSpPr>
        <p:spPr>
          <a:xfrm>
            <a:off x="15050589" y="5642642"/>
            <a:ext cx="756622" cy="756622"/>
          </a:xfrm>
          <a:prstGeom prst="ellipse">
            <a:avLst/>
          </a:prstGeom>
          <a:solidFill>
            <a:srgbClr val="2C9A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9439182-E2E5-9C4D-B674-C77639832CAE}"/>
              </a:ext>
            </a:extLst>
          </p:cNvPr>
          <p:cNvSpPr/>
          <p:nvPr/>
        </p:nvSpPr>
        <p:spPr>
          <a:xfrm>
            <a:off x="14203681" y="6242097"/>
            <a:ext cx="756622" cy="756622"/>
          </a:xfrm>
          <a:prstGeom prst="ellipse">
            <a:avLst/>
          </a:prstGeom>
          <a:solidFill>
            <a:srgbClr val="2C9A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6E4FB22-3962-CC3E-76E2-0798EB8900ED}"/>
              </a:ext>
            </a:extLst>
          </p:cNvPr>
          <p:cNvSpPr/>
          <p:nvPr/>
        </p:nvSpPr>
        <p:spPr>
          <a:xfrm>
            <a:off x="15095799" y="6632446"/>
            <a:ext cx="756622" cy="756622"/>
          </a:xfrm>
          <a:prstGeom prst="ellipse">
            <a:avLst/>
          </a:prstGeom>
          <a:solidFill>
            <a:srgbClr val="2C9A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18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5F52-F65D-87AE-8398-E249FE465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2620A5BA-C61E-8CC6-E195-2A75B6664E1D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7725C5-0CB1-738C-8541-BD1E40CCE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90C60F91-DA29-A463-9219-192FAC322777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07DBD4C-C4AA-E718-87CF-94E36D35BF9F}"/>
              </a:ext>
            </a:extLst>
          </p:cNvPr>
          <p:cNvSpPr txBox="1"/>
          <p:nvPr/>
        </p:nvSpPr>
        <p:spPr>
          <a:xfrm>
            <a:off x="838200" y="1257300"/>
            <a:ext cx="14020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Regression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0E6152-45FD-0440-5947-3B030DCA4B29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80FB02-04D1-EC82-0D7A-47E46B0FD0F0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9">
                <a:extLst>
                  <a:ext uri="{FF2B5EF4-FFF2-40B4-BE49-F238E27FC236}">
                    <a16:creationId xmlns:a16="http://schemas.microsoft.com/office/drawing/2014/main" id="{96547EC6-3AD8-8475-E8DF-7F8AAC0A9C9F}"/>
                  </a:ext>
                </a:extLst>
              </p:cNvPr>
              <p:cNvSpPr txBox="1"/>
              <p:nvPr/>
            </p:nvSpPr>
            <p:spPr>
              <a:xfrm>
                <a:off x="914400" y="2952991"/>
                <a:ext cx="8229600" cy="657821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b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The Guesser.</a:t>
                </a:r>
              </a:p>
              <a:p>
                <a:pPr marL="457200" indent="-457200" algn="just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Instead of naming, you need to guess its exact Area or Weight.</a:t>
                </a:r>
              </a:p>
              <a:p>
                <a:pPr marL="457200" indent="-457200" algn="just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b="1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How the Machine Handles it: </a:t>
                </a:r>
                <a:r>
                  <a:rPr lang="en-US" sz="3200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It looks at the length and height.</a:t>
                </a:r>
              </a:p>
              <a:p>
                <a:pPr marL="914400" lvl="1" indent="-457200" algn="just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sz="3200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It calculates a specific number, like "12.5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Open Sans"/>
                        <a:cs typeface="Poppins" panose="00000500000000000000" pitchFamily="2" charset="0"/>
                        <a:sym typeface="Open Sans"/>
                      </a:rPr>
                      <m:t>𝑐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/>
                            <a:cs typeface="Poppins" panose="00000500000000000000" pitchFamily="2" charset="0"/>
                            <a:sym typeface="Open Sans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/>
                            <a:cs typeface="Poppins" panose="00000500000000000000" pitchFamily="2" charset="0"/>
                            <a:sym typeface="Open Sans"/>
                          </a:rPr>
                          <m:t>𝑚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Open Sans"/>
                            <a:cs typeface="Poppins" panose="00000500000000000000" pitchFamily="2" charset="0"/>
                            <a:sym typeface="Open San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."</a:t>
                </a:r>
              </a:p>
              <a:p>
                <a:pPr marL="457200" indent="-457200" algn="just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b="1" dirty="0">
                    <a:gradFill>
                      <a:gsLst>
                        <a:gs pos="0">
                          <a:srgbClr val="2C9AE9"/>
                        </a:gs>
                        <a:gs pos="100000">
                          <a:srgbClr val="66FFCC"/>
                        </a:gs>
                      </a:gsLst>
                      <a:lin ang="0" scaled="1"/>
                    </a:gra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The Goal: </a:t>
                </a:r>
                <a:r>
                  <a:rPr lang="en-US" sz="3200" dirty="0">
                    <a:solidFill>
                      <a:schemeClr val="bg1"/>
                    </a:solidFill>
                    <a:latin typeface="Poppins" panose="00000500000000000000" pitchFamily="2" charset="0"/>
                    <a:ea typeface="Open Sans"/>
                    <a:cs typeface="Poppins" panose="00000500000000000000" pitchFamily="2" charset="0"/>
                    <a:sym typeface="Open Sans"/>
                  </a:rPr>
                  <a:t>To find the exact Value on a scale.</a:t>
                </a:r>
              </a:p>
            </p:txBody>
          </p:sp>
        </mc:Choice>
        <mc:Fallback>
          <p:sp>
            <p:nvSpPr>
              <p:cNvPr id="4" name="TextBox 9">
                <a:extLst>
                  <a:ext uri="{FF2B5EF4-FFF2-40B4-BE49-F238E27FC236}">
                    <a16:creationId xmlns:a16="http://schemas.microsoft.com/office/drawing/2014/main" id="{96547EC6-3AD8-8475-E8DF-7F8AAC0A9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52991"/>
                <a:ext cx="8229600" cy="6578211"/>
              </a:xfrm>
              <a:prstGeom prst="rect">
                <a:avLst/>
              </a:prstGeom>
              <a:blipFill>
                <a:blip r:embed="rId2"/>
                <a:stretch>
                  <a:fillRect l="-2741" r="-2963" b="-26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3B4267D6-3F42-4357-645A-C37344CAB878}"/>
              </a:ext>
            </a:extLst>
          </p:cNvPr>
          <p:cNvSpPr/>
          <p:nvPr/>
        </p:nvSpPr>
        <p:spPr>
          <a:xfrm>
            <a:off x="10058400" y="3251598"/>
            <a:ext cx="7315200" cy="512804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94858C-5A0F-39E8-1185-2FE4D7AD2089}"/>
              </a:ext>
            </a:extLst>
          </p:cNvPr>
          <p:cNvCxnSpPr/>
          <p:nvPr/>
        </p:nvCxnSpPr>
        <p:spPr>
          <a:xfrm flipV="1">
            <a:off x="10972800" y="3695700"/>
            <a:ext cx="0" cy="4191000"/>
          </a:xfrm>
          <a:prstGeom prst="straightConnector1">
            <a:avLst/>
          </a:prstGeom>
          <a:ln>
            <a:solidFill>
              <a:srgbClr val="41A0CB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131AF8-B915-AB2E-DC0A-BC24375431D0}"/>
              </a:ext>
            </a:extLst>
          </p:cNvPr>
          <p:cNvCxnSpPr>
            <a:cxnSpLocks/>
          </p:cNvCxnSpPr>
          <p:nvPr/>
        </p:nvCxnSpPr>
        <p:spPr>
          <a:xfrm>
            <a:off x="10972800" y="7886700"/>
            <a:ext cx="6019800" cy="0"/>
          </a:xfrm>
          <a:prstGeom prst="straightConnector1">
            <a:avLst/>
          </a:prstGeom>
          <a:ln>
            <a:solidFill>
              <a:srgbClr val="41A0CB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148517C-96ED-C48D-8611-02A5B0F81E7E}"/>
              </a:ext>
            </a:extLst>
          </p:cNvPr>
          <p:cNvSpPr/>
          <p:nvPr/>
        </p:nvSpPr>
        <p:spPr>
          <a:xfrm>
            <a:off x="12032115" y="3955870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1085E40-76FF-763B-9619-A2430CAB8F51}"/>
              </a:ext>
            </a:extLst>
          </p:cNvPr>
          <p:cNvSpPr/>
          <p:nvPr/>
        </p:nvSpPr>
        <p:spPr>
          <a:xfrm>
            <a:off x="12877800" y="4407698"/>
            <a:ext cx="838200" cy="838198"/>
          </a:xfrm>
          <a:prstGeom prst="triangle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6F889AB-B3FB-60A3-B29A-7EE955F8CC5C}"/>
              </a:ext>
            </a:extLst>
          </p:cNvPr>
          <p:cNvSpPr/>
          <p:nvPr/>
        </p:nvSpPr>
        <p:spPr>
          <a:xfrm>
            <a:off x="12131859" y="4953002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CA0EFC-08B9-6E0E-B7F6-ADAB3ACCEDB5}"/>
              </a:ext>
            </a:extLst>
          </p:cNvPr>
          <p:cNvCxnSpPr/>
          <p:nvPr/>
        </p:nvCxnSpPr>
        <p:spPr>
          <a:xfrm flipV="1">
            <a:off x="11299642" y="3858105"/>
            <a:ext cx="5083358" cy="36475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3E686EFE-F815-AA43-0012-024C01AED66E}"/>
              </a:ext>
            </a:extLst>
          </p:cNvPr>
          <p:cNvSpPr/>
          <p:nvPr/>
        </p:nvSpPr>
        <p:spPr>
          <a:xfrm>
            <a:off x="13899699" y="5576568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41A5310-3613-95B2-6F4B-7DDBB11FC1F3}"/>
              </a:ext>
            </a:extLst>
          </p:cNvPr>
          <p:cNvSpPr/>
          <p:nvPr/>
        </p:nvSpPr>
        <p:spPr>
          <a:xfrm>
            <a:off x="14745384" y="6028396"/>
            <a:ext cx="838200" cy="838198"/>
          </a:xfrm>
          <a:prstGeom prst="triangle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BC579A5-8442-F276-9AEC-C3A15FF4A4FB}"/>
              </a:ext>
            </a:extLst>
          </p:cNvPr>
          <p:cNvSpPr/>
          <p:nvPr/>
        </p:nvSpPr>
        <p:spPr>
          <a:xfrm>
            <a:off x="13999443" y="6573700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3538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79B86-D89A-3239-28B1-773D70B9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>
            <a:extLst>
              <a:ext uri="{FF2B5EF4-FFF2-40B4-BE49-F238E27FC236}">
                <a16:creationId xmlns:a16="http://schemas.microsoft.com/office/drawing/2014/main" id="{C32177AE-7CFC-51A1-FAC9-B141B4EC11B3}"/>
              </a:ext>
            </a:extLst>
          </p:cNvPr>
          <p:cNvSpPr txBox="1"/>
          <p:nvPr/>
        </p:nvSpPr>
        <p:spPr>
          <a:xfrm>
            <a:off x="15813596" y="9591773"/>
            <a:ext cx="168921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Page |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4C3A5F-5E2D-1BCA-249A-B211063A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9">
            <a:extLst>
              <a:ext uri="{FF2B5EF4-FFF2-40B4-BE49-F238E27FC236}">
                <a16:creationId xmlns:a16="http://schemas.microsoft.com/office/drawing/2014/main" id="{A3DA2F7C-0853-3A70-8050-645F70F4BA42}"/>
              </a:ext>
            </a:extLst>
          </p:cNvPr>
          <p:cNvSpPr txBox="1"/>
          <p:nvPr/>
        </p:nvSpPr>
        <p:spPr>
          <a:xfrm>
            <a:off x="914400" y="378915"/>
            <a:ext cx="3680789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8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Learning Paradigms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8040493-A09D-993D-B9F4-08C37E9C4323}"/>
              </a:ext>
            </a:extLst>
          </p:cNvPr>
          <p:cNvSpPr txBox="1"/>
          <p:nvPr/>
        </p:nvSpPr>
        <p:spPr>
          <a:xfrm>
            <a:off x="838200" y="1257300"/>
            <a:ext cx="14020800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8800" dirty="0">
                <a:gradFill flip="none" rotWithShape="1">
                  <a:gsLst>
                    <a:gs pos="0">
                      <a:srgbClr val="2B98E9"/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Clustering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35E93D-E5C2-408F-F168-A6FE53A5BC4F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5648EC-7AD4-4FBE-0291-E06A7F2415DC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9">
            <a:extLst>
              <a:ext uri="{FF2B5EF4-FFF2-40B4-BE49-F238E27FC236}">
                <a16:creationId xmlns:a16="http://schemas.microsoft.com/office/drawing/2014/main" id="{1D6F82C1-FE3C-1D65-2A05-8130EDC06CCD}"/>
              </a:ext>
            </a:extLst>
          </p:cNvPr>
          <p:cNvSpPr txBox="1"/>
          <p:nvPr/>
        </p:nvSpPr>
        <p:spPr>
          <a:xfrm>
            <a:off x="914400" y="2952991"/>
            <a:ext cx="8229600" cy="6578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Finding Hidden Groups.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Sorting a bag of mystery shapes without a teacher.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How the Machine Handles it: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machine notices some have 3 corners and others have 4, so it pushes them into two separate piles.</a:t>
            </a:r>
          </a:p>
          <a:p>
            <a:pPr marL="457200" indent="-457200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en-US" sz="3200" b="1" dirty="0">
                <a:gradFill>
                  <a:gsLst>
                    <a:gs pos="0">
                      <a:srgbClr val="2C9AE9"/>
                    </a:gs>
                    <a:gs pos="100000">
                      <a:srgbClr val="66FFCC"/>
                    </a:gs>
                  </a:gsLst>
                  <a:lin ang="0" scaled="1"/>
                </a:gra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The Goal: </a:t>
            </a:r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ea typeface="Open Sans"/>
                <a:cs typeface="Poppins" panose="00000500000000000000" pitchFamily="2" charset="0"/>
                <a:sym typeface="Open Sans"/>
              </a:rPr>
              <a:t>To discover hidden structures.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54E8CE-5DFD-57FA-233F-E10688DC1C0D}"/>
              </a:ext>
            </a:extLst>
          </p:cNvPr>
          <p:cNvSpPr/>
          <p:nvPr/>
        </p:nvSpPr>
        <p:spPr>
          <a:xfrm>
            <a:off x="10058400" y="3251598"/>
            <a:ext cx="7315200" cy="5128042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B1F866-16E2-E7D2-C60A-B2AD7BF9D0B8}"/>
              </a:ext>
            </a:extLst>
          </p:cNvPr>
          <p:cNvCxnSpPr/>
          <p:nvPr/>
        </p:nvCxnSpPr>
        <p:spPr>
          <a:xfrm flipV="1">
            <a:off x="10972800" y="3695700"/>
            <a:ext cx="0" cy="4191000"/>
          </a:xfrm>
          <a:prstGeom prst="straightConnector1">
            <a:avLst/>
          </a:prstGeom>
          <a:ln>
            <a:solidFill>
              <a:srgbClr val="41A0CB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A6A16FD-C848-1634-F507-2CB9F032AB9A}"/>
              </a:ext>
            </a:extLst>
          </p:cNvPr>
          <p:cNvCxnSpPr>
            <a:cxnSpLocks/>
          </p:cNvCxnSpPr>
          <p:nvPr/>
        </p:nvCxnSpPr>
        <p:spPr>
          <a:xfrm>
            <a:off x="10972800" y="7886700"/>
            <a:ext cx="6019800" cy="0"/>
          </a:xfrm>
          <a:prstGeom prst="straightConnector1">
            <a:avLst/>
          </a:prstGeom>
          <a:ln>
            <a:solidFill>
              <a:srgbClr val="41A0CB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C60D977B-4285-F536-FDD8-7E7F0C0CADF2}"/>
              </a:ext>
            </a:extLst>
          </p:cNvPr>
          <p:cNvSpPr/>
          <p:nvPr/>
        </p:nvSpPr>
        <p:spPr>
          <a:xfrm>
            <a:off x="11657511" y="4575697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102BF3B-022A-C66D-D0E9-6D1DF61835CB}"/>
              </a:ext>
            </a:extLst>
          </p:cNvPr>
          <p:cNvSpPr/>
          <p:nvPr/>
        </p:nvSpPr>
        <p:spPr>
          <a:xfrm>
            <a:off x="12589873" y="4885870"/>
            <a:ext cx="838200" cy="838198"/>
          </a:xfrm>
          <a:prstGeom prst="triangle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29B45A07-5A28-D782-A8B1-8BD55C26FE04}"/>
              </a:ext>
            </a:extLst>
          </p:cNvPr>
          <p:cNvSpPr/>
          <p:nvPr/>
        </p:nvSpPr>
        <p:spPr>
          <a:xfrm>
            <a:off x="11664587" y="5603467"/>
            <a:ext cx="838200" cy="838198"/>
          </a:xfrm>
          <a:prstGeom prst="triangle">
            <a:avLst/>
          </a:prstGeom>
          <a:solidFill>
            <a:srgbClr val="00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79839D4-3488-1242-B3FA-1108F314B00F}"/>
              </a:ext>
            </a:extLst>
          </p:cNvPr>
          <p:cNvSpPr/>
          <p:nvPr/>
        </p:nvSpPr>
        <p:spPr>
          <a:xfrm>
            <a:off x="12600759" y="5927294"/>
            <a:ext cx="838200" cy="838198"/>
          </a:xfrm>
          <a:prstGeom prst="triangle">
            <a:avLst/>
          </a:prstGeom>
          <a:solidFill>
            <a:srgbClr val="66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5140139-B21A-6CBB-ABC2-52B05577E7E1}"/>
              </a:ext>
            </a:extLst>
          </p:cNvPr>
          <p:cNvSpPr/>
          <p:nvPr/>
        </p:nvSpPr>
        <p:spPr>
          <a:xfrm>
            <a:off x="14715849" y="5188047"/>
            <a:ext cx="756622" cy="756622"/>
          </a:xfrm>
          <a:prstGeom prst="ellipse">
            <a:avLst/>
          </a:prstGeom>
          <a:solidFill>
            <a:srgbClr val="2B98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2911F6E-42EB-3521-5563-094FD0BA056A}"/>
              </a:ext>
            </a:extLst>
          </p:cNvPr>
          <p:cNvSpPr/>
          <p:nvPr/>
        </p:nvSpPr>
        <p:spPr>
          <a:xfrm>
            <a:off x="15593238" y="5534789"/>
            <a:ext cx="756622" cy="756622"/>
          </a:xfrm>
          <a:prstGeom prst="ellipse">
            <a:avLst/>
          </a:prstGeom>
          <a:solidFill>
            <a:srgbClr val="2C9A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1F473A7-030E-F680-4D97-3660628E7156}"/>
              </a:ext>
            </a:extLst>
          </p:cNvPr>
          <p:cNvSpPr/>
          <p:nvPr/>
        </p:nvSpPr>
        <p:spPr>
          <a:xfrm>
            <a:off x="14746330" y="6134244"/>
            <a:ext cx="756622" cy="756622"/>
          </a:xfrm>
          <a:prstGeom prst="ellipse">
            <a:avLst/>
          </a:prstGeom>
          <a:solidFill>
            <a:srgbClr val="2C9A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408D676-39C3-5462-2F85-CDE7D177DB60}"/>
              </a:ext>
            </a:extLst>
          </p:cNvPr>
          <p:cNvSpPr/>
          <p:nvPr/>
        </p:nvSpPr>
        <p:spPr>
          <a:xfrm>
            <a:off x="15638448" y="6524593"/>
            <a:ext cx="756622" cy="756622"/>
          </a:xfrm>
          <a:prstGeom prst="ellipse">
            <a:avLst/>
          </a:prstGeom>
          <a:solidFill>
            <a:srgbClr val="2C9A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79DFE4C-A2FE-A97E-8044-75C1D786B1BB}"/>
              </a:ext>
            </a:extLst>
          </p:cNvPr>
          <p:cNvSpPr/>
          <p:nvPr/>
        </p:nvSpPr>
        <p:spPr>
          <a:xfrm>
            <a:off x="11277600" y="4381501"/>
            <a:ext cx="2590797" cy="286511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DE5D268-CD61-DE5F-FD67-FFF74DDEE8C8}"/>
              </a:ext>
            </a:extLst>
          </p:cNvPr>
          <p:cNvSpPr/>
          <p:nvPr/>
        </p:nvSpPr>
        <p:spPr>
          <a:xfrm>
            <a:off x="14259738" y="4822287"/>
            <a:ext cx="2590797" cy="286511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07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06443-19EA-BEDF-10B8-0A74F593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1">
            <a:extLst>
              <a:ext uri="{FF2B5EF4-FFF2-40B4-BE49-F238E27FC236}">
                <a16:creationId xmlns:a16="http://schemas.microsoft.com/office/drawing/2014/main" id="{8161D804-B5BA-B23A-0B1E-B3FE3FBF3A48}"/>
              </a:ext>
            </a:extLst>
          </p:cNvPr>
          <p:cNvSpPr txBox="1"/>
          <p:nvPr/>
        </p:nvSpPr>
        <p:spPr>
          <a:xfrm>
            <a:off x="2484484" y="4016828"/>
            <a:ext cx="13319032" cy="255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33"/>
              </a:lnSpc>
            </a:pPr>
            <a:r>
              <a:rPr lang="en-US" sz="18844" dirty="0">
                <a:gradFill flip="none" rotWithShape="1">
                  <a:gsLst>
                    <a:gs pos="0">
                      <a:srgbClr val="2B98E9">
                        <a:lumMod val="100000"/>
                      </a:srgbClr>
                    </a:gs>
                    <a:gs pos="100000">
                      <a:srgbClr val="66FFCC"/>
                    </a:gs>
                  </a:gsLst>
                  <a:lin ang="0" scaled="1"/>
                  <a:tileRect/>
                </a:gradFill>
                <a:latin typeface="Poppins" panose="00000500000000000000" pitchFamily="2" charset="0"/>
                <a:ea typeface="Aperture"/>
                <a:cs typeface="Poppins" panose="00000500000000000000" pitchFamily="2" charset="0"/>
                <a:sym typeface="Aperture"/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A82327-7E45-DAC5-035E-EFACDF98418E}"/>
              </a:ext>
            </a:extLst>
          </p:cNvPr>
          <p:cNvSpPr/>
          <p:nvPr/>
        </p:nvSpPr>
        <p:spPr>
          <a:xfrm flipV="1">
            <a:off x="4595189" y="57150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DE277F-3CBF-2576-F256-A5BCC08A7259}"/>
              </a:ext>
            </a:extLst>
          </p:cNvPr>
          <p:cNvSpPr/>
          <p:nvPr/>
        </p:nvSpPr>
        <p:spPr>
          <a:xfrm flipV="1">
            <a:off x="0" y="9692640"/>
            <a:ext cx="13716000" cy="45719"/>
          </a:xfrm>
          <a:prstGeom prst="rect">
            <a:avLst/>
          </a:prstGeom>
          <a:gradFill flip="none" rotWithShape="1">
            <a:gsLst>
              <a:gs pos="0">
                <a:srgbClr val="2B98E9">
                  <a:lumMod val="100000"/>
                  <a:alpha val="62000"/>
                </a:srgbClr>
              </a:gs>
              <a:gs pos="100000">
                <a:srgbClr val="66FFC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54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852</Words>
  <Application>Microsoft Office PowerPoint</Application>
  <PresentationFormat>Custom</PresentationFormat>
  <Paragraphs>221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Poppins</vt:lpstr>
      <vt:lpstr>Calibri</vt:lpstr>
      <vt:lpstr>Keep Calm Med</vt:lpstr>
      <vt:lpstr>Cambria Math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Modern Artificial Intelligence Presentation</dc:title>
  <dc:creator>Efty Hasan</dc:creator>
  <cp:lastModifiedBy>Efty Hasan</cp:lastModifiedBy>
  <cp:revision>35</cp:revision>
  <dcterms:created xsi:type="dcterms:W3CDTF">2006-08-16T00:00:00Z</dcterms:created>
  <dcterms:modified xsi:type="dcterms:W3CDTF">2026-01-29T18:46:25Z</dcterms:modified>
  <dc:identifier>DAG_s5xWbZQ</dc:identifier>
</cp:coreProperties>
</file>